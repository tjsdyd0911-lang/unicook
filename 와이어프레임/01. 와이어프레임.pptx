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2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8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3B205-14BE-4F53-880B-78BEEA2A2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D07C854-EAB7-4472-9322-7E29611EA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06E68F-03C7-4330-A1FA-B0F437DDB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F248B7-0FE7-473C-A10F-1CCA62496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D0AC1C-9E3C-4456-B05E-FFBA7F820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970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CB23D9-58F0-4CB2-BEF7-E04AAF844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19C57C-D951-4CC3-879D-61C7DF280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0CCD-CE00-4F8E-B5D0-A19D0128A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9C02D1-5B54-4E2E-A731-2ADBD5521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DC1022-CF64-426F-9ECB-A02177EE3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709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00550-96B0-495F-B322-25ABFEF6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1D3512-8674-46D8-9715-6550FB274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348868-42CD-40D6-9809-C766C1EF8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025E81-5AC7-4C73-8527-4274755C9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38B2B8-170C-47F8-A312-EB9A7A66D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044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7E9C29-344C-4A26-B3B8-9E440C464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4541F2-6CBF-41B4-AF8E-145E146FE2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A20B8-9D72-490C-8358-D0694F26D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C1297C-7D8F-4422-91BC-FBB15C9CA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4C61F7-9363-42E2-87AD-ED6EB3B56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247792-58F0-4248-AD7E-363699A03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034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E3C0B-461E-4DDD-8217-2AFC1DF4E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6A5440-7F58-46D3-BCC9-D976D1B07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389155-0E18-4891-A5AE-165351629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395A57-0FE1-4A91-ABC6-DEBB8F98D5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470557A-8AFB-42D0-A48E-790F8C5C56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22F4390-CE62-4984-9C54-53FBA035B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882A87E-F14E-42DF-B9C8-3EE697921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416D3E-C2D9-42D7-9FFD-F0F6B86EB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807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325ED8-A957-4947-8B6F-08B603E7F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D079945-2B75-4F7B-83AF-F7841833F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691875-48EA-48F4-AF6A-A6B589A86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FD66DEE-5C5A-4EBC-AEBC-92D7647E8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425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0B6C4C6-1497-47A3-8EEB-304970D41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8F8ECD-9325-4C95-95AD-980F4D081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AD5126-A601-4622-B35D-4F466AF35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04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58CC69-2709-4ABE-9F9D-A0DEE1684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99D380-79FB-4298-94F5-22E95658F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890507-434A-47B9-B862-3C8FF305E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2CBB3F-3B81-44D6-ACB5-B0B4628FC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83E7F3-39B5-44A0-B755-0B2EB7918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8374C9-B9CE-43FA-A915-D59F01C67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701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4CA5D6-B3F2-48D6-9568-560F9E61E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5E16B2D-08F6-4B4F-8C7C-7AD78FDE5F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93372D-4408-4E54-9009-5F914A9C8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66BB2E-A4DD-4BE8-A357-59C46F65F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90AC45-D216-43DC-AAE0-9BC2717A6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9C819A-27AB-467A-A7C1-5E8AF643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873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A897D-AE87-443F-ABB8-5B13EBD8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D2FAD9-6F52-437E-9F26-EAD45616D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B09F92-2DCC-4655-9B8A-67EF7AE64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07EFF-6230-45B4-AF67-9D128B647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C055C8-3244-4BC0-809A-11AE41B43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157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F8B1D31-5490-43E5-8650-8C8058B3DD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50A1F2-786D-46FC-9DB3-0E081A2AB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DF3688-FD0B-4B6F-AA31-E89610BEA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B510F9-79AC-4D0D-BE81-1B53A1F32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CD82B-CF86-4B6F-A214-65A4490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915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9220231-66DB-4976-8C94-E13D2D1FE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A1EBA3-4EEE-4758-8CD9-27AA04BE8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FFF815-1BA9-4815-8D8A-8D7F512287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AC459-080F-4BE7-8696-F64341D6D4A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39E781-68BA-44C1-B394-12008B223B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438A87-1E8B-4933-9EC1-507565A26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615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5" Type="http://schemas.openxmlformats.org/officeDocument/2006/relationships/slide" Target="slide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hlinkClick r:id="rId2" action="ppaction://hlinksldjump"/>
            <a:extLst>
              <a:ext uri="{FF2B5EF4-FFF2-40B4-BE49-F238E27FC236}">
                <a16:creationId xmlns:a16="http://schemas.microsoft.com/office/drawing/2014/main" id="{EAFA2FD4-58F1-41E3-BEDB-8F829FB9F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5975024" cy="6079940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62295BF-39D1-4B52-9A86-82682C28151F}"/>
              </a:ext>
            </a:extLst>
          </p:cNvPr>
          <p:cNvSpPr/>
          <p:nvPr/>
        </p:nvSpPr>
        <p:spPr>
          <a:xfrm>
            <a:off x="6124160" y="86555"/>
            <a:ext cx="204491" cy="268369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3C2AEA0-AD55-44C3-B4B4-854E21BED08A}"/>
              </a:ext>
            </a:extLst>
          </p:cNvPr>
          <p:cNvCxnSpPr>
            <a:cxnSpLocks/>
          </p:cNvCxnSpPr>
          <p:nvPr/>
        </p:nvCxnSpPr>
        <p:spPr>
          <a:xfrm flipH="1" flipV="1">
            <a:off x="5846002" y="171140"/>
            <a:ext cx="261682" cy="496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188B8F1-9B34-4306-A18E-DBF9CA6BA1A8}"/>
              </a:ext>
            </a:extLst>
          </p:cNvPr>
          <p:cNvSpPr/>
          <p:nvPr/>
        </p:nvSpPr>
        <p:spPr>
          <a:xfrm>
            <a:off x="9235752" y="487280"/>
            <a:ext cx="2689173" cy="4413584"/>
          </a:xfrm>
          <a:prstGeom prst="roundRect">
            <a:avLst>
              <a:gd name="adj" fmla="val 5554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</a:t>
            </a: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-&gt;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클릭 시 모달창 생성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</a:t>
            </a:r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*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임의 계정 생성하여 로그인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</a:t>
            </a:r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*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회원가입 따로 만들지 않음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-&gt;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클릭 시 장바구니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페이지 이동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*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장바구니 버튼 로그인 시 활성화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</a:t>
            </a: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-&gt;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클릭 시 키워드에 맞는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상품 리스트 출력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</a:t>
            </a: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-&gt;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클릭 시 해당 상품의 상세페이지   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로 이동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-&gt;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클릭 시 코사인 유사도 알고리즘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이용한 콘텐츠 필터링으로 도출 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과정 출력</a:t>
            </a:r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시간대별 추천 상품</a:t>
            </a:r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-&gt;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검색 키워드에 맞는 상품 리스트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현재 화면에 출력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-&gt;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클릭 시 코사인 유사도 알고리즘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이용한 콘텐츠 필터링으로 도출 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과정 출력</a:t>
            </a:r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맞춤형 상품 리스트</a:t>
            </a:r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DC3C6005-1DA1-4013-A187-82EAC9912DF8}"/>
              </a:ext>
            </a:extLst>
          </p:cNvPr>
          <p:cNvSpPr/>
          <p:nvPr/>
        </p:nvSpPr>
        <p:spPr>
          <a:xfrm>
            <a:off x="9423679" y="563607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80DFA18C-A4CE-43D8-A335-E6EC928F5E4D}"/>
              </a:ext>
            </a:extLst>
          </p:cNvPr>
          <p:cNvSpPr/>
          <p:nvPr/>
        </p:nvSpPr>
        <p:spPr>
          <a:xfrm>
            <a:off x="9423679" y="1458949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DA9AB6B1-554A-473D-9940-092D3DBA5976}"/>
              </a:ext>
            </a:extLst>
          </p:cNvPr>
          <p:cNvSpPr/>
          <p:nvPr/>
        </p:nvSpPr>
        <p:spPr>
          <a:xfrm>
            <a:off x="9423680" y="2220945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3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CD816B4B-A219-4169-8162-77593D561A91}"/>
              </a:ext>
            </a:extLst>
          </p:cNvPr>
          <p:cNvSpPr/>
          <p:nvPr/>
        </p:nvSpPr>
        <p:spPr>
          <a:xfrm>
            <a:off x="6167501" y="2283353"/>
            <a:ext cx="258173" cy="268369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C35C27A-7BDB-4D43-9FDA-EEB39B3B40FF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>
            <a:off x="5866515" y="2143263"/>
            <a:ext cx="300986" cy="2742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60120E15-33F3-4209-BBC4-4FE35FF2D5D7}"/>
              </a:ext>
            </a:extLst>
          </p:cNvPr>
          <p:cNvSpPr/>
          <p:nvPr/>
        </p:nvSpPr>
        <p:spPr>
          <a:xfrm>
            <a:off x="9431702" y="2686164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4364400A-35AC-44D4-93BA-1E4681ED0767}"/>
              </a:ext>
            </a:extLst>
          </p:cNvPr>
          <p:cNvCxnSpPr>
            <a:cxnSpLocks/>
            <a:stCxn id="62" idx="2"/>
            <a:endCxn id="68" idx="3"/>
          </p:cNvCxnSpPr>
          <p:nvPr/>
        </p:nvCxnSpPr>
        <p:spPr>
          <a:xfrm flipH="1">
            <a:off x="5863481" y="2551722"/>
            <a:ext cx="433107" cy="249718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3" name="그림 82">
            <a:extLst>
              <a:ext uri="{FF2B5EF4-FFF2-40B4-BE49-F238E27FC236}">
                <a16:creationId xmlns:a16="http://schemas.microsoft.com/office/drawing/2014/main" id="{4F24B717-03E8-4750-B9BB-1BFE49A85DE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795"/>
          <a:stretch/>
        </p:blipFill>
        <p:spPr>
          <a:xfrm>
            <a:off x="6228262" y="4588041"/>
            <a:ext cx="2754252" cy="150690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6B4E05DD-30DF-498E-9AFF-9D27C6394080}"/>
              </a:ext>
            </a:extLst>
          </p:cNvPr>
          <p:cNvCxnSpPr>
            <a:cxnSpLocks/>
            <a:stCxn id="84" idx="3"/>
            <a:endCxn id="88" idx="1"/>
          </p:cNvCxnSpPr>
          <p:nvPr/>
        </p:nvCxnSpPr>
        <p:spPr>
          <a:xfrm>
            <a:off x="5866516" y="3274090"/>
            <a:ext cx="1609785" cy="1897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F34C4F4B-EDAA-4BCF-940D-7C66CC06D802}"/>
              </a:ext>
            </a:extLst>
          </p:cNvPr>
          <p:cNvSpPr/>
          <p:nvPr/>
        </p:nvSpPr>
        <p:spPr>
          <a:xfrm>
            <a:off x="7476301" y="3141802"/>
            <a:ext cx="258173" cy="268369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5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A1B71F9F-891D-489F-B086-B3ED3AE23413}"/>
              </a:ext>
            </a:extLst>
          </p:cNvPr>
          <p:cNvCxnSpPr>
            <a:cxnSpLocks/>
            <a:stCxn id="88" idx="2"/>
            <a:endCxn id="83" idx="0"/>
          </p:cNvCxnSpPr>
          <p:nvPr/>
        </p:nvCxnSpPr>
        <p:spPr>
          <a:xfrm>
            <a:off x="7605388" y="3410171"/>
            <a:ext cx="0" cy="117787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E7B02C8E-017D-4F1A-86CB-BDF3A7D4E86F}"/>
              </a:ext>
            </a:extLst>
          </p:cNvPr>
          <p:cNvSpPr/>
          <p:nvPr/>
        </p:nvSpPr>
        <p:spPr>
          <a:xfrm>
            <a:off x="9431703" y="3143362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5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6E7446D-1803-45EA-9F6C-2E0345ED3CF3}"/>
              </a:ext>
            </a:extLst>
          </p:cNvPr>
          <p:cNvSpPr/>
          <p:nvPr/>
        </p:nvSpPr>
        <p:spPr>
          <a:xfrm>
            <a:off x="5315676" y="86555"/>
            <a:ext cx="523650" cy="155221"/>
          </a:xfrm>
          <a:prstGeom prst="roundRect">
            <a:avLst>
              <a:gd name="adj" fmla="val 49308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3454DB67-552E-4CE7-B337-0FB79261EF80}"/>
              </a:ext>
            </a:extLst>
          </p:cNvPr>
          <p:cNvSpPr/>
          <p:nvPr/>
        </p:nvSpPr>
        <p:spPr>
          <a:xfrm>
            <a:off x="5033961" y="71112"/>
            <a:ext cx="258173" cy="155221"/>
          </a:xfrm>
          <a:prstGeom prst="roundRect">
            <a:avLst>
              <a:gd name="adj" fmla="val 5000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A684755C-5518-4481-88F8-094EF0E9DB1B}"/>
              </a:ext>
            </a:extLst>
          </p:cNvPr>
          <p:cNvCxnSpPr>
            <a:cxnSpLocks/>
            <a:stCxn id="42" idx="3"/>
            <a:endCxn id="38" idx="1"/>
          </p:cNvCxnSpPr>
          <p:nvPr/>
        </p:nvCxnSpPr>
        <p:spPr>
          <a:xfrm>
            <a:off x="4884825" y="148722"/>
            <a:ext cx="149136" cy="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320430B-DE30-42C9-A3B2-2FDF6A88C333}"/>
              </a:ext>
            </a:extLst>
          </p:cNvPr>
          <p:cNvSpPr/>
          <p:nvPr/>
        </p:nvSpPr>
        <p:spPr>
          <a:xfrm>
            <a:off x="4626652" y="29761"/>
            <a:ext cx="258173" cy="237922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4F077832-B3A3-440F-8251-6279AC8AA648}"/>
              </a:ext>
            </a:extLst>
          </p:cNvPr>
          <p:cNvSpPr/>
          <p:nvPr/>
        </p:nvSpPr>
        <p:spPr>
          <a:xfrm>
            <a:off x="5175698" y="473034"/>
            <a:ext cx="258173" cy="237922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3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51BA3CC-5965-4D94-BC84-740155DE3BFD}"/>
              </a:ext>
            </a:extLst>
          </p:cNvPr>
          <p:cNvSpPr/>
          <p:nvPr/>
        </p:nvSpPr>
        <p:spPr>
          <a:xfrm>
            <a:off x="77787" y="853326"/>
            <a:ext cx="5788728" cy="424589"/>
          </a:xfrm>
          <a:prstGeom prst="roundRect">
            <a:avLst>
              <a:gd name="adj" fmla="val 791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D20E26FA-8EE2-45D8-B4E8-18EF3DFFE20F}"/>
              </a:ext>
            </a:extLst>
          </p:cNvPr>
          <p:cNvCxnSpPr>
            <a:cxnSpLocks/>
            <a:endCxn id="53" idx="2"/>
          </p:cNvCxnSpPr>
          <p:nvPr/>
        </p:nvCxnSpPr>
        <p:spPr>
          <a:xfrm flipV="1">
            <a:off x="5126681" y="710956"/>
            <a:ext cx="178104" cy="14237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06553CCD-ECF9-48B1-8045-81500A5EA9A7}"/>
              </a:ext>
            </a:extLst>
          </p:cNvPr>
          <p:cNvSpPr/>
          <p:nvPr/>
        </p:nvSpPr>
        <p:spPr>
          <a:xfrm>
            <a:off x="77787" y="1626994"/>
            <a:ext cx="5788728" cy="1032537"/>
          </a:xfrm>
          <a:prstGeom prst="roundRect">
            <a:avLst>
              <a:gd name="adj" fmla="val 791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5096FC2E-8CB4-450B-AC35-0150A2579D9C}"/>
              </a:ext>
            </a:extLst>
          </p:cNvPr>
          <p:cNvSpPr/>
          <p:nvPr/>
        </p:nvSpPr>
        <p:spPr>
          <a:xfrm>
            <a:off x="77788" y="2899863"/>
            <a:ext cx="5788728" cy="748454"/>
          </a:xfrm>
          <a:prstGeom prst="roundRect">
            <a:avLst>
              <a:gd name="adj" fmla="val 791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5C3FFDB2-C0FE-4B15-9251-F434ADEF7597}"/>
              </a:ext>
            </a:extLst>
          </p:cNvPr>
          <p:cNvSpPr/>
          <p:nvPr/>
        </p:nvSpPr>
        <p:spPr>
          <a:xfrm>
            <a:off x="2041985" y="54890"/>
            <a:ext cx="1824162" cy="212793"/>
          </a:xfrm>
          <a:prstGeom prst="roundRect">
            <a:avLst>
              <a:gd name="adj" fmla="val 791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B220FFF3-EF4B-4FD5-A3E7-BAE8F51DCA98}"/>
              </a:ext>
            </a:extLst>
          </p:cNvPr>
          <p:cNvCxnSpPr>
            <a:cxnSpLocks/>
            <a:stCxn id="100" idx="3"/>
            <a:endCxn id="104" idx="1"/>
          </p:cNvCxnSpPr>
          <p:nvPr/>
        </p:nvCxnSpPr>
        <p:spPr>
          <a:xfrm>
            <a:off x="3866147" y="161286"/>
            <a:ext cx="176321" cy="67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7AB42282-C07A-4649-A4B3-D8971C477504}"/>
              </a:ext>
            </a:extLst>
          </p:cNvPr>
          <p:cNvSpPr/>
          <p:nvPr/>
        </p:nvSpPr>
        <p:spPr>
          <a:xfrm>
            <a:off x="4042468" y="42999"/>
            <a:ext cx="258173" cy="237922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6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4104253E-E6E0-48BA-927C-06D11B833181}"/>
              </a:ext>
            </a:extLst>
          </p:cNvPr>
          <p:cNvSpPr/>
          <p:nvPr/>
        </p:nvSpPr>
        <p:spPr>
          <a:xfrm>
            <a:off x="9439725" y="3744938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6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109" name="그림 108">
            <a:extLst>
              <a:ext uri="{FF2B5EF4-FFF2-40B4-BE49-F238E27FC236}">
                <a16:creationId xmlns:a16="http://schemas.microsoft.com/office/drawing/2014/main" id="{1E2EB78B-9EFD-41CE-A2C5-710D11D758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079941"/>
            <a:ext cx="5963739" cy="778058"/>
          </a:xfrm>
          <a:prstGeom prst="rect">
            <a:avLst/>
          </a:prstGeom>
        </p:spPr>
      </p:pic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C05A81CD-BC8B-42C3-9BDF-BEE559D55042}"/>
              </a:ext>
            </a:extLst>
          </p:cNvPr>
          <p:cNvSpPr/>
          <p:nvPr/>
        </p:nvSpPr>
        <p:spPr>
          <a:xfrm>
            <a:off x="74753" y="4002867"/>
            <a:ext cx="5788728" cy="2092081"/>
          </a:xfrm>
          <a:prstGeom prst="roundRect">
            <a:avLst>
              <a:gd name="adj" fmla="val 791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920E15E3-62F5-4C44-9D6B-39550BBFBB14}"/>
              </a:ext>
            </a:extLst>
          </p:cNvPr>
          <p:cNvSpPr/>
          <p:nvPr/>
        </p:nvSpPr>
        <p:spPr>
          <a:xfrm>
            <a:off x="25131" y="6123051"/>
            <a:ext cx="5894657" cy="705188"/>
          </a:xfrm>
          <a:prstGeom prst="roundRect">
            <a:avLst>
              <a:gd name="adj" fmla="val 791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4D148E55-F4C8-432E-B276-1844B88B08D9}"/>
              </a:ext>
            </a:extLst>
          </p:cNvPr>
          <p:cNvCxnSpPr>
            <a:cxnSpLocks/>
            <a:stCxn id="112" idx="3"/>
            <a:endCxn id="116" idx="1"/>
          </p:cNvCxnSpPr>
          <p:nvPr/>
        </p:nvCxnSpPr>
        <p:spPr>
          <a:xfrm>
            <a:off x="5919788" y="6475645"/>
            <a:ext cx="150690" cy="134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A2453F2A-CBC0-4FAF-A890-94B2B40884DD}"/>
              </a:ext>
            </a:extLst>
          </p:cNvPr>
          <p:cNvSpPr/>
          <p:nvPr/>
        </p:nvSpPr>
        <p:spPr>
          <a:xfrm>
            <a:off x="6070478" y="6342806"/>
            <a:ext cx="258173" cy="268369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7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25840497-FB50-4981-BF79-B0E99FCAD106}"/>
              </a:ext>
            </a:extLst>
          </p:cNvPr>
          <p:cNvSpPr/>
          <p:nvPr/>
        </p:nvSpPr>
        <p:spPr>
          <a:xfrm>
            <a:off x="9439726" y="4210157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7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131D48-CF9D-43FE-83D3-9269CCB3A4A2}"/>
              </a:ext>
            </a:extLst>
          </p:cNvPr>
          <p:cNvSpPr txBox="1"/>
          <p:nvPr/>
        </p:nvSpPr>
        <p:spPr>
          <a:xfrm>
            <a:off x="6743869" y="4840983"/>
            <a:ext cx="3739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FF0000"/>
                </a:solidFill>
              </a:rPr>
              <a:t>추후 협의</a:t>
            </a:r>
          </a:p>
        </p:txBody>
      </p:sp>
      <p:sp>
        <p:nvSpPr>
          <p:cNvPr id="2" name="직사각형 1">
            <a:hlinkClick r:id="rId6" action="ppaction://hlinksldjump"/>
            <a:extLst>
              <a:ext uri="{FF2B5EF4-FFF2-40B4-BE49-F238E27FC236}">
                <a16:creationId xmlns:a16="http://schemas.microsoft.com/office/drawing/2014/main" id="{4628B932-95E8-439D-91A9-70821F0CFF07}"/>
              </a:ext>
            </a:extLst>
          </p:cNvPr>
          <p:cNvSpPr/>
          <p:nvPr/>
        </p:nvSpPr>
        <p:spPr>
          <a:xfrm>
            <a:off x="5433871" y="86555"/>
            <a:ext cx="289114" cy="125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E0A9D21-11D9-4B5E-9FF6-234A0E9EA469}"/>
              </a:ext>
            </a:extLst>
          </p:cNvPr>
          <p:cNvSpPr/>
          <p:nvPr/>
        </p:nvSpPr>
        <p:spPr>
          <a:xfrm>
            <a:off x="140043" y="1632466"/>
            <a:ext cx="1268627" cy="1027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38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EAFA2FD4-58F1-41E3-BEDB-8F829FB9F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956" y="2"/>
            <a:ext cx="5975024" cy="6079940"/>
          </a:xfrm>
          <a:prstGeom prst="rect">
            <a:avLst/>
          </a:prstGeom>
        </p:spPr>
      </p:pic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BD6D1F8-778A-4CAC-AC3F-8A2213C27303}"/>
              </a:ext>
            </a:extLst>
          </p:cNvPr>
          <p:cNvCxnSpPr>
            <a:cxnSpLocks/>
          </p:cNvCxnSpPr>
          <p:nvPr/>
        </p:nvCxnSpPr>
        <p:spPr>
          <a:xfrm flipH="1">
            <a:off x="5436972" y="241777"/>
            <a:ext cx="1524485" cy="220486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188B8F1-9B34-4306-A18E-DBF9CA6BA1A8}"/>
              </a:ext>
            </a:extLst>
          </p:cNvPr>
          <p:cNvSpPr/>
          <p:nvPr/>
        </p:nvSpPr>
        <p:spPr>
          <a:xfrm>
            <a:off x="8325300" y="676750"/>
            <a:ext cx="2689173" cy="855488"/>
          </a:xfrm>
          <a:prstGeom prst="roundRect">
            <a:avLst>
              <a:gd name="adj" fmla="val 5554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</a:t>
            </a: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-&gt;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로그인 화면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DB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에서 임의로 </a:t>
            </a:r>
            <a:r>
              <a:rPr lang="ko-KR" altLang="en-US" sz="10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만들어둔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User Data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를 가져와 표시하고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드롭 다운으로 출력함</a:t>
            </a:r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DC3C6005-1DA1-4013-A187-82EAC9912DF8}"/>
              </a:ext>
            </a:extLst>
          </p:cNvPr>
          <p:cNvSpPr/>
          <p:nvPr/>
        </p:nvSpPr>
        <p:spPr>
          <a:xfrm>
            <a:off x="8513227" y="753077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99" name="그림 98">
            <a:extLst>
              <a:ext uri="{FF2B5EF4-FFF2-40B4-BE49-F238E27FC236}">
                <a16:creationId xmlns:a16="http://schemas.microsoft.com/office/drawing/2014/main" id="{F1AD7164-4C37-4C85-B08B-CDFADC538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5247" y="2473064"/>
            <a:ext cx="2767714" cy="20446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6E7446D-1803-45EA-9F6C-2E0345ED3CF3}"/>
              </a:ext>
            </a:extLst>
          </p:cNvPr>
          <p:cNvSpPr/>
          <p:nvPr/>
        </p:nvSpPr>
        <p:spPr>
          <a:xfrm>
            <a:off x="6699632" y="86556"/>
            <a:ext cx="523650" cy="155221"/>
          </a:xfrm>
          <a:prstGeom prst="roundRect">
            <a:avLst>
              <a:gd name="adj" fmla="val 49308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9" name="그림 108">
            <a:extLst>
              <a:ext uri="{FF2B5EF4-FFF2-40B4-BE49-F238E27FC236}">
                <a16:creationId xmlns:a16="http://schemas.microsoft.com/office/drawing/2014/main" id="{1E2EB78B-9EFD-41CE-A2C5-710D11D75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956" y="6079942"/>
            <a:ext cx="5963739" cy="778058"/>
          </a:xfrm>
          <a:prstGeom prst="rect">
            <a:avLst/>
          </a:prstGeom>
        </p:spPr>
      </p:pic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6F951B8F-05A2-4014-A7FE-F96C687BFB19}"/>
              </a:ext>
            </a:extLst>
          </p:cNvPr>
          <p:cNvSpPr/>
          <p:nvPr/>
        </p:nvSpPr>
        <p:spPr>
          <a:xfrm>
            <a:off x="5054678" y="2384169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" name="실행 단추: 앞으로 또는 다음으로 이동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2107AB9-A03B-4651-B69A-788F7AF0BB3D}"/>
              </a:ext>
            </a:extLst>
          </p:cNvPr>
          <p:cNvSpPr/>
          <p:nvPr/>
        </p:nvSpPr>
        <p:spPr>
          <a:xfrm rot="5400000">
            <a:off x="5295616" y="3179804"/>
            <a:ext cx="141356" cy="141357"/>
          </a:xfrm>
          <a:prstGeom prst="actionButtonForwardNext">
            <a:avLst/>
          </a:prstGeom>
          <a:solidFill>
            <a:schemeClr val="bg1"/>
          </a:solidFill>
          <a:ln>
            <a:solidFill>
              <a:srgbClr val="F5F2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001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hlinkClick r:id="rId2" action="ppaction://hlinksldjump"/>
            <a:extLst>
              <a:ext uri="{FF2B5EF4-FFF2-40B4-BE49-F238E27FC236}">
                <a16:creationId xmlns:a16="http://schemas.microsoft.com/office/drawing/2014/main" id="{8DBAC733-C85C-419B-97E2-D8176C763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157411" cy="6858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71190712-10D5-47F2-A929-1463E6A95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0440" y="4949900"/>
            <a:ext cx="3031061" cy="1770834"/>
          </a:xfrm>
          <a:prstGeom prst="rect">
            <a:avLst/>
          </a:prstGeom>
        </p:spPr>
      </p:pic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058BF4F8-43E7-4145-9674-2914FFDA4E08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5478819" y="278727"/>
            <a:ext cx="1669054" cy="22719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5C761BA-AD97-42F4-91C7-2837ADA67D96}"/>
              </a:ext>
            </a:extLst>
          </p:cNvPr>
          <p:cNvSpPr/>
          <p:nvPr/>
        </p:nvSpPr>
        <p:spPr>
          <a:xfrm>
            <a:off x="9022794" y="890337"/>
            <a:ext cx="2808707" cy="3368843"/>
          </a:xfrm>
          <a:prstGeom prst="roundRect">
            <a:avLst>
              <a:gd name="adj" fmla="val 692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4    -&gt; </a:t>
            </a:r>
            <a:r>
              <a:rPr lang="ko-KR" altLang="en-US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클릭한 상품 상세페이지</a:t>
            </a:r>
            <a:b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</a:br>
            <a: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        </a:t>
            </a:r>
            <a:r>
              <a:rPr lang="ko-KR" altLang="en-US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로 이동</a:t>
            </a:r>
            <a:endParaRPr lang="en-US" altLang="ko-KR" sz="12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2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   -&gt; </a:t>
            </a:r>
            <a:r>
              <a:rPr lang="ko-KR" altLang="en-US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클릭 시 장바구니에 현</a:t>
            </a:r>
            <a:b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</a:br>
            <a: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              </a:t>
            </a:r>
            <a:r>
              <a:rPr lang="ko-KR" altLang="en-US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재 선택한 상품 담김</a:t>
            </a:r>
            <a:endParaRPr lang="en-US" altLang="ko-KR" sz="12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2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5    -&gt; </a:t>
            </a:r>
            <a:r>
              <a:rPr lang="ko-KR" altLang="en-US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구매 내역으로 이동</a:t>
            </a:r>
            <a:endParaRPr lang="en-US" altLang="ko-KR" sz="12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2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228600" indent="-228600">
              <a:buAutoNum type="arabicPlain" startAt="6"/>
            </a:pPr>
            <a: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-&gt; </a:t>
            </a:r>
            <a:r>
              <a:rPr lang="ko-KR" altLang="en-US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클릭 시 </a:t>
            </a:r>
            <a: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r>
              <a:rPr lang="ko-KR" altLang="en-US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번의 상품들을</a:t>
            </a:r>
            <a:b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</a:br>
            <a: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   </a:t>
            </a:r>
            <a:r>
              <a:rPr lang="ko-KR" altLang="en-US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도출한 과정 출력</a:t>
            </a:r>
            <a:b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</a:br>
            <a: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    (</a:t>
            </a:r>
            <a:r>
              <a:rPr lang="en-US" altLang="ko-KR" sz="1200" b="1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SVD </a:t>
            </a:r>
            <a:r>
              <a:rPr lang="ko-KR" altLang="en-US" sz="1200" b="1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알고리즘</a:t>
            </a:r>
            <a:endParaRPr lang="en-US" altLang="ko-KR" sz="1200" b="1" dirty="0">
              <a:solidFill>
                <a:srgbClr val="FF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        </a:t>
            </a:r>
            <a:r>
              <a:rPr lang="ko-KR" altLang="en-US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을 사용한 </a:t>
            </a:r>
            <a:r>
              <a:rPr lang="ko-KR" altLang="en-US" sz="1200" b="1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협업 필터링</a:t>
            </a:r>
            <a: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9AFAFE62-8643-408F-9E83-3E8CF5A826CE}"/>
              </a:ext>
            </a:extLst>
          </p:cNvPr>
          <p:cNvGrpSpPr/>
          <p:nvPr/>
        </p:nvGrpSpPr>
        <p:grpSpPr>
          <a:xfrm>
            <a:off x="1590844" y="4084223"/>
            <a:ext cx="5310381" cy="451185"/>
            <a:chOff x="481491" y="4178970"/>
            <a:chExt cx="5310381" cy="451185"/>
          </a:xfrm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8AC2E48E-1741-4962-9C9D-33CCFCF8A685}"/>
                </a:ext>
              </a:extLst>
            </p:cNvPr>
            <p:cNvSpPr/>
            <p:nvPr/>
          </p:nvSpPr>
          <p:spPr>
            <a:xfrm>
              <a:off x="2857501" y="4178970"/>
              <a:ext cx="300788" cy="25667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1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ED96A818-0B7B-43DC-9A83-FCF4463B9C3B}"/>
                </a:ext>
              </a:extLst>
            </p:cNvPr>
            <p:cNvCxnSpPr>
              <a:cxnSpLocks/>
              <a:endCxn id="35" idx="1"/>
            </p:cNvCxnSpPr>
            <p:nvPr/>
          </p:nvCxnSpPr>
          <p:spPr>
            <a:xfrm flipV="1">
              <a:off x="481491" y="4307306"/>
              <a:ext cx="2376010" cy="32284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A7C4C45B-21D5-4B75-9CCB-C38414D38B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6892" y="4443664"/>
              <a:ext cx="1003" cy="18649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DF9B6D74-7593-4F11-81A1-A970D067D296}"/>
                </a:ext>
              </a:extLst>
            </p:cNvPr>
            <p:cNvCxnSpPr>
              <a:cxnSpLocks/>
            </p:cNvCxnSpPr>
            <p:nvPr/>
          </p:nvCxnSpPr>
          <p:spPr>
            <a:xfrm>
              <a:off x="3158289" y="4315328"/>
              <a:ext cx="2633583" cy="31482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C4BCA66-067B-4DF8-8284-D35504D05B4A}"/>
              </a:ext>
            </a:extLst>
          </p:cNvPr>
          <p:cNvSpPr/>
          <p:nvPr/>
        </p:nvSpPr>
        <p:spPr>
          <a:xfrm>
            <a:off x="7500356" y="77011"/>
            <a:ext cx="591222" cy="256672"/>
          </a:xfrm>
          <a:prstGeom prst="roundRect">
            <a:avLst/>
          </a:prstGeom>
          <a:solidFill>
            <a:srgbClr val="8B7355"/>
          </a:solidFill>
          <a:ln>
            <a:solidFill>
              <a:srgbClr val="8B73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ED65E4A8-9066-41DE-A1EA-DF4D8A892B80}"/>
              </a:ext>
            </a:extLst>
          </p:cNvPr>
          <p:cNvSpPr/>
          <p:nvPr/>
        </p:nvSpPr>
        <p:spPr>
          <a:xfrm>
            <a:off x="7118685" y="82219"/>
            <a:ext cx="300788" cy="2326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8FEB173-4C04-45F3-AB50-2516E308554C}"/>
              </a:ext>
            </a:extLst>
          </p:cNvPr>
          <p:cNvSpPr/>
          <p:nvPr/>
        </p:nvSpPr>
        <p:spPr>
          <a:xfrm>
            <a:off x="4208378" y="2636920"/>
            <a:ext cx="1967834" cy="33086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87F2180-8570-4146-BA1D-21ECF5B193C8}"/>
              </a:ext>
            </a:extLst>
          </p:cNvPr>
          <p:cNvSpPr/>
          <p:nvPr/>
        </p:nvSpPr>
        <p:spPr>
          <a:xfrm>
            <a:off x="5320182" y="2550693"/>
            <a:ext cx="317274" cy="216567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44A9069-672F-433F-B89B-4099558077F0}"/>
              </a:ext>
            </a:extLst>
          </p:cNvPr>
          <p:cNvSpPr/>
          <p:nvPr/>
        </p:nvSpPr>
        <p:spPr>
          <a:xfrm>
            <a:off x="6280484" y="2636920"/>
            <a:ext cx="1816328" cy="33086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F583D7D-0112-4ECC-9F5B-5FFA9BEF5FD6}"/>
              </a:ext>
            </a:extLst>
          </p:cNvPr>
          <p:cNvSpPr/>
          <p:nvPr/>
        </p:nvSpPr>
        <p:spPr>
          <a:xfrm>
            <a:off x="7501245" y="2510588"/>
            <a:ext cx="300788" cy="256672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44F2E89-6517-4BF1-B37B-7B7B930910BC}"/>
              </a:ext>
            </a:extLst>
          </p:cNvPr>
          <p:cNvSpPr/>
          <p:nvPr/>
        </p:nvSpPr>
        <p:spPr>
          <a:xfrm>
            <a:off x="41108" y="4544933"/>
            <a:ext cx="2560392" cy="10377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3A077C4-FFB9-4E0A-A6CC-775506DFEA59}"/>
              </a:ext>
            </a:extLst>
          </p:cNvPr>
          <p:cNvSpPr/>
          <p:nvPr/>
        </p:nvSpPr>
        <p:spPr>
          <a:xfrm>
            <a:off x="2751893" y="4544933"/>
            <a:ext cx="2628899" cy="10377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FE13C46-DE6D-43BE-94DB-DFABEB76FA8D}"/>
              </a:ext>
            </a:extLst>
          </p:cNvPr>
          <p:cNvSpPr/>
          <p:nvPr/>
        </p:nvSpPr>
        <p:spPr>
          <a:xfrm>
            <a:off x="5507465" y="4550446"/>
            <a:ext cx="2584113" cy="103220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5A2AE06-D5FA-4219-BD7A-37698341F1FC}"/>
              </a:ext>
            </a:extLst>
          </p:cNvPr>
          <p:cNvSpPr/>
          <p:nvPr/>
        </p:nvSpPr>
        <p:spPr>
          <a:xfrm>
            <a:off x="41108" y="5923555"/>
            <a:ext cx="8050470" cy="85743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1B1F5C2E-9EBD-4581-9D04-30DA4D4A5D6D}"/>
              </a:ext>
            </a:extLst>
          </p:cNvPr>
          <p:cNvSpPr/>
          <p:nvPr/>
        </p:nvSpPr>
        <p:spPr>
          <a:xfrm>
            <a:off x="6901225" y="5706981"/>
            <a:ext cx="300788" cy="256672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4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B9826193-D598-4FFA-9A09-CBFC8BF44B37}"/>
              </a:ext>
            </a:extLst>
          </p:cNvPr>
          <p:cNvCxnSpPr>
            <a:stCxn id="44" idx="3"/>
            <a:endCxn id="21" idx="1"/>
          </p:cNvCxnSpPr>
          <p:nvPr/>
        </p:nvCxnSpPr>
        <p:spPr>
          <a:xfrm>
            <a:off x="7202013" y="5835317"/>
            <a:ext cx="159842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EFDCD3B-2B1A-4DF2-879F-51ED4CC5EA41}"/>
              </a:ext>
            </a:extLst>
          </p:cNvPr>
          <p:cNvSpPr/>
          <p:nvPr/>
        </p:nvSpPr>
        <p:spPr>
          <a:xfrm>
            <a:off x="9108353" y="1457819"/>
            <a:ext cx="300788" cy="256672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33D9BD8-8300-4FBA-9F41-85BB93D43317}"/>
              </a:ext>
            </a:extLst>
          </p:cNvPr>
          <p:cNvSpPr/>
          <p:nvPr/>
        </p:nvSpPr>
        <p:spPr>
          <a:xfrm>
            <a:off x="9108353" y="2020399"/>
            <a:ext cx="308811" cy="224385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6550ECB-7FAB-4022-A45F-8F43A5C7636A}"/>
              </a:ext>
            </a:extLst>
          </p:cNvPr>
          <p:cNvSpPr/>
          <p:nvPr/>
        </p:nvSpPr>
        <p:spPr>
          <a:xfrm>
            <a:off x="9100331" y="2550693"/>
            <a:ext cx="300788" cy="256672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E314B9C-2DC3-4738-8BF0-31D7D38BC462}"/>
              </a:ext>
            </a:extLst>
          </p:cNvPr>
          <p:cNvSpPr/>
          <p:nvPr/>
        </p:nvSpPr>
        <p:spPr>
          <a:xfrm>
            <a:off x="9110358" y="2899966"/>
            <a:ext cx="300788" cy="256672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4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5D8817-1CD3-452A-9448-87F8DE965B6A}"/>
              </a:ext>
            </a:extLst>
          </p:cNvPr>
          <p:cNvSpPr txBox="1"/>
          <p:nvPr/>
        </p:nvSpPr>
        <p:spPr>
          <a:xfrm>
            <a:off x="9440107" y="5570575"/>
            <a:ext cx="3739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FF0000"/>
                </a:solidFill>
              </a:rPr>
              <a:t>추후 협의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F5A43B-5B19-41A5-94E8-E1C747A88263}"/>
              </a:ext>
            </a:extLst>
          </p:cNvPr>
          <p:cNvSpPr/>
          <p:nvPr/>
        </p:nvSpPr>
        <p:spPr>
          <a:xfrm>
            <a:off x="4267642" y="2702011"/>
            <a:ext cx="1908570" cy="1979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hlinkClick r:id="rId5" action="ppaction://hlinksldjump"/>
            <a:extLst>
              <a:ext uri="{FF2B5EF4-FFF2-40B4-BE49-F238E27FC236}">
                <a16:creationId xmlns:a16="http://schemas.microsoft.com/office/drawing/2014/main" id="{5752F643-60CA-46FC-9CA9-45ED9F8A0C00}"/>
              </a:ext>
            </a:extLst>
          </p:cNvPr>
          <p:cNvSpPr/>
          <p:nvPr/>
        </p:nvSpPr>
        <p:spPr>
          <a:xfrm>
            <a:off x="6367849" y="2702011"/>
            <a:ext cx="1631092" cy="249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369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68913" y="295139"/>
            <a:ext cx="3373126" cy="3742893"/>
            <a:chOff x="0" y="0"/>
            <a:chExt cx="1332593" cy="14786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2593" cy="1478674"/>
            </a:xfrm>
            <a:custGeom>
              <a:avLst/>
              <a:gdLst/>
              <a:ahLst/>
              <a:cxnLst/>
              <a:rect l="l" t="t" r="r" b="b"/>
              <a:pathLst>
                <a:path w="1332593" h="1478674">
                  <a:moveTo>
                    <a:pt x="26012" y="0"/>
                  </a:moveTo>
                  <a:lnTo>
                    <a:pt x="1306581" y="0"/>
                  </a:lnTo>
                  <a:cubicBezTo>
                    <a:pt x="1313480" y="0"/>
                    <a:pt x="1320096" y="2741"/>
                    <a:pt x="1324974" y="7619"/>
                  </a:cubicBezTo>
                  <a:cubicBezTo>
                    <a:pt x="1329852" y="12497"/>
                    <a:pt x="1332593" y="19113"/>
                    <a:pt x="1332593" y="26012"/>
                  </a:cubicBezTo>
                  <a:lnTo>
                    <a:pt x="1332593" y="1452662"/>
                  </a:lnTo>
                  <a:cubicBezTo>
                    <a:pt x="1332593" y="1459561"/>
                    <a:pt x="1329852" y="1466177"/>
                    <a:pt x="1324974" y="1471055"/>
                  </a:cubicBezTo>
                  <a:cubicBezTo>
                    <a:pt x="1320096" y="1475933"/>
                    <a:pt x="1313480" y="1478674"/>
                    <a:pt x="1306581" y="1478674"/>
                  </a:cubicBezTo>
                  <a:lnTo>
                    <a:pt x="26012" y="1478674"/>
                  </a:lnTo>
                  <a:cubicBezTo>
                    <a:pt x="19113" y="1478674"/>
                    <a:pt x="12497" y="1475933"/>
                    <a:pt x="7619" y="1471055"/>
                  </a:cubicBezTo>
                  <a:cubicBezTo>
                    <a:pt x="2741" y="1466177"/>
                    <a:pt x="0" y="1459561"/>
                    <a:pt x="0" y="1452662"/>
                  </a:cubicBezTo>
                  <a:lnTo>
                    <a:pt x="0" y="26012"/>
                  </a:lnTo>
                  <a:cubicBezTo>
                    <a:pt x="0" y="19113"/>
                    <a:pt x="2741" y="12497"/>
                    <a:pt x="7619" y="7619"/>
                  </a:cubicBezTo>
                  <a:cubicBezTo>
                    <a:pt x="12497" y="2741"/>
                    <a:pt x="19113" y="0"/>
                    <a:pt x="26012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332593" cy="150724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01416" y="295139"/>
            <a:ext cx="6569738" cy="4448447"/>
          </a:xfrm>
          <a:custGeom>
            <a:avLst/>
            <a:gdLst/>
            <a:ahLst/>
            <a:cxnLst/>
            <a:rect l="l" t="t" r="r" b="b"/>
            <a:pathLst>
              <a:path w="9854607" h="6672670">
                <a:moveTo>
                  <a:pt x="0" y="0"/>
                </a:moveTo>
                <a:lnTo>
                  <a:pt x="9854608" y="0"/>
                </a:lnTo>
                <a:lnTo>
                  <a:pt x="9854608" y="6672670"/>
                </a:lnTo>
                <a:lnTo>
                  <a:pt x="0" y="6672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284447" y="3896434"/>
            <a:ext cx="281271" cy="273369"/>
            <a:chOff x="0" y="-19655"/>
            <a:chExt cx="562542" cy="54673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562542" cy="527082"/>
              <a:chOff x="0" y="0"/>
              <a:chExt cx="785997" cy="73645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78104" y="-19655"/>
              <a:ext cx="206336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720573" y="2708713"/>
            <a:ext cx="281271" cy="273369"/>
            <a:chOff x="0" y="-19655"/>
            <a:chExt cx="562542" cy="546737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562542" cy="527082"/>
              <a:chOff x="0" y="0"/>
              <a:chExt cx="785997" cy="73645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78104" y="-19655"/>
              <a:ext cx="206336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606297" y="285312"/>
            <a:ext cx="281271" cy="273369"/>
            <a:chOff x="0" y="-19655"/>
            <a:chExt cx="562542" cy="546737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562542" cy="527082"/>
              <a:chOff x="0" y="0"/>
              <a:chExt cx="785997" cy="73645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78104" y="-19655"/>
              <a:ext cx="206336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4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861209" y="869097"/>
            <a:ext cx="281271" cy="273369"/>
            <a:chOff x="0" y="-19655"/>
            <a:chExt cx="562542" cy="546737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562542" cy="527082"/>
              <a:chOff x="0" y="0"/>
              <a:chExt cx="785997" cy="73645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78104" y="-19655"/>
              <a:ext cx="206336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075984" y="2245994"/>
            <a:ext cx="281271" cy="273369"/>
            <a:chOff x="0" y="-19655"/>
            <a:chExt cx="562542" cy="546737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562542" cy="527082"/>
              <a:chOff x="0" y="0"/>
              <a:chExt cx="785997" cy="73645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78104" y="-19655"/>
              <a:ext cx="206336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1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4795296" y="4078933"/>
            <a:ext cx="3525967" cy="2483929"/>
          </a:xfrm>
          <a:custGeom>
            <a:avLst/>
            <a:gdLst/>
            <a:ahLst/>
            <a:cxnLst/>
            <a:rect l="l" t="t" r="r" b="b"/>
            <a:pathLst>
              <a:path w="5288950" h="3725893">
                <a:moveTo>
                  <a:pt x="0" y="0"/>
                </a:moveTo>
                <a:lnTo>
                  <a:pt x="5288950" y="0"/>
                </a:lnTo>
                <a:lnTo>
                  <a:pt x="5288950" y="3725893"/>
                </a:lnTo>
                <a:lnTo>
                  <a:pt x="0" y="37258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844" t="-42929" r="-42622" b="-35473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id="32" name="Freeform 32"/>
          <p:cNvSpPr/>
          <p:nvPr/>
        </p:nvSpPr>
        <p:spPr>
          <a:xfrm>
            <a:off x="4565718" y="3792656"/>
            <a:ext cx="791537" cy="245377"/>
          </a:xfrm>
          <a:custGeom>
            <a:avLst/>
            <a:gdLst/>
            <a:ahLst/>
            <a:cxnLst/>
            <a:rect l="l" t="t" r="r" b="b"/>
            <a:pathLst>
              <a:path w="1187305" h="368065">
                <a:moveTo>
                  <a:pt x="0" y="0"/>
                </a:moveTo>
                <a:lnTo>
                  <a:pt x="1187305" y="0"/>
                </a:lnTo>
                <a:lnTo>
                  <a:pt x="1187305" y="368064"/>
                </a:lnTo>
                <a:lnTo>
                  <a:pt x="0" y="3680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8727785" y="534868"/>
            <a:ext cx="3015896" cy="518219"/>
            <a:chOff x="0" y="-47625"/>
            <a:chExt cx="6031793" cy="1036440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562542" cy="527082"/>
              <a:chOff x="0" y="0"/>
              <a:chExt cx="785997" cy="73645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178102" y="-19655"/>
              <a:ext cx="206334" cy="4497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9384" y="-47625"/>
              <a:ext cx="5252409" cy="1036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147"/>
                </a:lnSpc>
                <a:spcBef>
                  <a:spcPct val="0"/>
                </a:spcBef>
              </a:pPr>
              <a:r>
                <a:rPr lang="en-US" sz="1533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구매 결정을 내린 후 구매하기 버튼을 눌러 상품을 구입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727785" y="1325711"/>
            <a:ext cx="3015896" cy="518219"/>
            <a:chOff x="0" y="-47625"/>
            <a:chExt cx="6031793" cy="1036440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562542" cy="527082"/>
              <a:chOff x="0" y="0"/>
              <a:chExt cx="785997" cy="73645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178102" y="-19655"/>
              <a:ext cx="206334" cy="4497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9384" y="-47625"/>
              <a:ext cx="5252409" cy="1036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147"/>
                </a:lnSpc>
                <a:spcBef>
                  <a:spcPct val="0"/>
                </a:spcBef>
              </a:pPr>
              <a:r>
                <a:rPr lang="en-US" sz="1533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비슷한 소비자들이 함께 구매한 상품을 추천해 준다.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747527" y="3274390"/>
            <a:ext cx="3015896" cy="518219"/>
            <a:chOff x="0" y="-47625"/>
            <a:chExt cx="6031793" cy="1036436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31750"/>
              <a:ext cx="562542" cy="527082"/>
              <a:chOff x="0" y="0"/>
              <a:chExt cx="785997" cy="73645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178102" y="12095"/>
              <a:ext cx="206334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9384" y="-47625"/>
              <a:ext cx="5252409" cy="10364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147"/>
                </a:lnSpc>
                <a:spcBef>
                  <a:spcPct val="0"/>
                </a:spcBef>
              </a:pPr>
              <a:r>
                <a:rPr lang="ko-KR" altLang="en-US" sz="153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협업 필터링 분석 결과를 보여준다</a:t>
              </a:r>
              <a:r>
                <a:rPr lang="en-US" altLang="ko-KR" sz="153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.</a:t>
              </a:r>
              <a:endParaRPr lang="en-US" sz="1533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747527" y="2696479"/>
            <a:ext cx="3015896" cy="303229"/>
            <a:chOff x="0" y="-47625"/>
            <a:chExt cx="6031793" cy="606457"/>
          </a:xfrm>
        </p:grpSpPr>
        <p:grpSp>
          <p:nvGrpSpPr>
            <p:cNvPr id="52" name="Group 52"/>
            <p:cNvGrpSpPr/>
            <p:nvPr/>
          </p:nvGrpSpPr>
          <p:grpSpPr>
            <a:xfrm>
              <a:off x="0" y="31750"/>
              <a:ext cx="562542" cy="527082"/>
              <a:chOff x="0" y="0"/>
              <a:chExt cx="785997" cy="73645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311948" y="0"/>
                    </a:moveTo>
                    <a:lnTo>
                      <a:pt x="474049" y="0"/>
                    </a:lnTo>
                    <a:cubicBezTo>
                      <a:pt x="556783" y="0"/>
                      <a:pt x="636128" y="32866"/>
                      <a:pt x="694630" y="91367"/>
                    </a:cubicBezTo>
                    <a:cubicBezTo>
                      <a:pt x="753131" y="149869"/>
                      <a:pt x="785997" y="229214"/>
                      <a:pt x="785997" y="311948"/>
                    </a:cubicBezTo>
                    <a:lnTo>
                      <a:pt x="785997" y="424505"/>
                    </a:lnTo>
                    <a:cubicBezTo>
                      <a:pt x="785997" y="507239"/>
                      <a:pt x="753131" y="586584"/>
                      <a:pt x="694630" y="645085"/>
                    </a:cubicBezTo>
                    <a:cubicBezTo>
                      <a:pt x="636128" y="703587"/>
                      <a:pt x="556783" y="736453"/>
                      <a:pt x="474049" y="736453"/>
                    </a:cubicBezTo>
                    <a:lnTo>
                      <a:pt x="311948" y="736453"/>
                    </a:lnTo>
                    <a:cubicBezTo>
                      <a:pt x="229214" y="736453"/>
                      <a:pt x="149869" y="703587"/>
                      <a:pt x="91367" y="645085"/>
                    </a:cubicBezTo>
                    <a:cubicBezTo>
                      <a:pt x="32866" y="586584"/>
                      <a:pt x="0" y="507239"/>
                      <a:pt x="0" y="424505"/>
                    </a:cubicBezTo>
                    <a:lnTo>
                      <a:pt x="0" y="311948"/>
                    </a:lnTo>
                    <a:cubicBezTo>
                      <a:pt x="0" y="229214"/>
                      <a:pt x="32866" y="149869"/>
                      <a:pt x="91367" y="91367"/>
                    </a:cubicBezTo>
                    <a:cubicBezTo>
                      <a:pt x="149869" y="32866"/>
                      <a:pt x="229214" y="0"/>
                      <a:pt x="3119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16544" tIns="16544" rIns="16544" bIns="16544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178102" y="12095"/>
              <a:ext cx="206334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9384" y="-47625"/>
              <a:ext cx="5252409" cy="4978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147"/>
                </a:lnSpc>
                <a:spcBef>
                  <a:spcPct val="0"/>
                </a:spcBef>
              </a:pPr>
              <a:r>
                <a:rPr lang="en-US" sz="1533" dirty="0" err="1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뒤로가기</a:t>
              </a:r>
              <a:r>
                <a:rPr lang="en-US" sz="153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33" dirty="0" err="1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버튼</a:t>
              </a:r>
              <a:r>
                <a:rPr lang="en-US" sz="153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747527" y="2118613"/>
            <a:ext cx="3015896" cy="303229"/>
            <a:chOff x="0" y="-47625"/>
            <a:chExt cx="6031793" cy="606457"/>
          </a:xfrm>
        </p:grpSpPr>
        <p:grpSp>
          <p:nvGrpSpPr>
            <p:cNvPr id="58" name="Group 58"/>
            <p:cNvGrpSpPr/>
            <p:nvPr/>
          </p:nvGrpSpPr>
          <p:grpSpPr>
            <a:xfrm>
              <a:off x="0" y="31750"/>
              <a:ext cx="562542" cy="527082"/>
              <a:chOff x="0" y="0"/>
              <a:chExt cx="785997" cy="73645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61" name="TextBox 61"/>
            <p:cNvSpPr txBox="1"/>
            <p:nvPr/>
          </p:nvSpPr>
          <p:spPr>
            <a:xfrm>
              <a:off x="178102" y="12095"/>
              <a:ext cx="206334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9384" y="-47625"/>
              <a:ext cx="5252409" cy="4978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147"/>
                </a:lnSpc>
                <a:spcBef>
                  <a:spcPct val="0"/>
                </a:spcBef>
              </a:pPr>
              <a:r>
                <a:rPr lang="en-US" sz="1533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장바구니에 담긴 상품 </a:t>
              </a:r>
            </a:p>
          </p:txBody>
        </p:sp>
      </p:grpSp>
      <p:sp>
        <p:nvSpPr>
          <p:cNvPr id="63" name="Freeform 63"/>
          <p:cNvSpPr/>
          <p:nvPr/>
        </p:nvSpPr>
        <p:spPr>
          <a:xfrm rot="10692886">
            <a:off x="4289514" y="5940008"/>
            <a:ext cx="460947" cy="332458"/>
          </a:xfrm>
          <a:custGeom>
            <a:avLst/>
            <a:gdLst/>
            <a:ahLst/>
            <a:cxnLst/>
            <a:rect l="l" t="t" r="r" b="b"/>
            <a:pathLst>
              <a:path w="691420" h="498687">
                <a:moveTo>
                  <a:pt x="0" y="0"/>
                </a:moveTo>
                <a:lnTo>
                  <a:pt x="691420" y="0"/>
                </a:lnTo>
                <a:lnTo>
                  <a:pt x="691420" y="498687"/>
                </a:lnTo>
                <a:lnTo>
                  <a:pt x="0" y="4986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4" name="TextBox 64"/>
          <p:cNvSpPr txBox="1"/>
          <p:nvPr/>
        </p:nvSpPr>
        <p:spPr>
          <a:xfrm>
            <a:off x="3728172" y="6245792"/>
            <a:ext cx="922886" cy="306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9"/>
              </a:lnSpc>
              <a:spcBef>
                <a:spcPct val="0"/>
              </a:spcBef>
            </a:pPr>
            <a:r>
              <a:rPr lang="en-US" sz="1835" b="1">
                <a:solidFill>
                  <a:srgbClr val="FF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추후 협의</a:t>
            </a:r>
          </a:p>
        </p:txBody>
      </p:sp>
      <p:sp>
        <p:nvSpPr>
          <p:cNvPr id="65" name="직사각형 64">
            <a:hlinkClick r:id="rId8" action="ppaction://hlinksldjump"/>
            <a:extLst>
              <a:ext uri="{FF2B5EF4-FFF2-40B4-BE49-F238E27FC236}">
                <a16:creationId xmlns:a16="http://schemas.microsoft.com/office/drawing/2014/main" id="{ED968338-55D4-4E8D-A06F-33BD506A6F4F}"/>
              </a:ext>
            </a:extLst>
          </p:cNvPr>
          <p:cNvSpPr/>
          <p:nvPr/>
        </p:nvSpPr>
        <p:spPr>
          <a:xfrm>
            <a:off x="4893276" y="2231962"/>
            <a:ext cx="1474573" cy="2248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hlinkClick r:id="rId9" action="ppaction://hlinksldjump"/>
            <a:extLst>
              <a:ext uri="{FF2B5EF4-FFF2-40B4-BE49-F238E27FC236}">
                <a16:creationId xmlns:a16="http://schemas.microsoft.com/office/drawing/2014/main" id="{FADDE3F5-6AF3-47CB-8CCB-8B79F91C4A48}"/>
              </a:ext>
            </a:extLst>
          </p:cNvPr>
          <p:cNvSpPr/>
          <p:nvPr/>
        </p:nvSpPr>
        <p:spPr>
          <a:xfrm>
            <a:off x="799070" y="2933583"/>
            <a:ext cx="617838" cy="7157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hlinkClick r:id="rId2" action="ppaction://hlinksldjump"/>
          </p:cNvPr>
          <p:cNvSpPr/>
          <p:nvPr/>
        </p:nvSpPr>
        <p:spPr>
          <a:xfrm>
            <a:off x="322298" y="295139"/>
            <a:ext cx="5986567" cy="5408968"/>
          </a:xfrm>
          <a:custGeom>
            <a:avLst/>
            <a:gdLst/>
            <a:ahLst/>
            <a:cxnLst/>
            <a:rect l="l" t="t" r="r" b="b"/>
            <a:pathLst>
              <a:path w="8979850" h="8113452">
                <a:moveTo>
                  <a:pt x="0" y="0"/>
                </a:moveTo>
                <a:lnTo>
                  <a:pt x="8979850" y="0"/>
                </a:lnTo>
                <a:lnTo>
                  <a:pt x="8979850" y="8113453"/>
                </a:lnTo>
                <a:lnTo>
                  <a:pt x="0" y="8113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159748" y="685800"/>
            <a:ext cx="4283031" cy="4099560"/>
            <a:chOff x="0" y="0"/>
            <a:chExt cx="1332593" cy="11459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2593" cy="1145974"/>
            </a:xfrm>
            <a:custGeom>
              <a:avLst/>
              <a:gdLst/>
              <a:ahLst/>
              <a:cxnLst/>
              <a:rect l="l" t="t" r="r" b="b"/>
              <a:pathLst>
                <a:path w="1332593" h="1145974">
                  <a:moveTo>
                    <a:pt x="20486" y="0"/>
                  </a:moveTo>
                  <a:lnTo>
                    <a:pt x="1312107" y="0"/>
                  </a:lnTo>
                  <a:cubicBezTo>
                    <a:pt x="1317540" y="0"/>
                    <a:pt x="1322751" y="2158"/>
                    <a:pt x="1326593" y="6000"/>
                  </a:cubicBezTo>
                  <a:cubicBezTo>
                    <a:pt x="1330435" y="9842"/>
                    <a:pt x="1332593" y="15053"/>
                    <a:pt x="1332593" y="20486"/>
                  </a:cubicBezTo>
                  <a:lnTo>
                    <a:pt x="1332593" y="1125488"/>
                  </a:lnTo>
                  <a:cubicBezTo>
                    <a:pt x="1332593" y="1130921"/>
                    <a:pt x="1330435" y="1136132"/>
                    <a:pt x="1326593" y="1139973"/>
                  </a:cubicBezTo>
                  <a:cubicBezTo>
                    <a:pt x="1322751" y="1143815"/>
                    <a:pt x="1317540" y="1145974"/>
                    <a:pt x="1312107" y="1145974"/>
                  </a:cubicBezTo>
                  <a:lnTo>
                    <a:pt x="20486" y="1145974"/>
                  </a:lnTo>
                  <a:cubicBezTo>
                    <a:pt x="15053" y="1145974"/>
                    <a:pt x="9842" y="1143815"/>
                    <a:pt x="6000" y="1139973"/>
                  </a:cubicBezTo>
                  <a:cubicBezTo>
                    <a:pt x="2158" y="1136132"/>
                    <a:pt x="0" y="1130921"/>
                    <a:pt x="0" y="1125488"/>
                  </a:cubicBezTo>
                  <a:lnTo>
                    <a:pt x="0" y="20486"/>
                  </a:lnTo>
                  <a:cubicBezTo>
                    <a:pt x="0" y="15053"/>
                    <a:pt x="2158" y="9842"/>
                    <a:pt x="6000" y="6000"/>
                  </a:cubicBezTo>
                  <a:cubicBezTo>
                    <a:pt x="9842" y="2158"/>
                    <a:pt x="15053" y="0"/>
                    <a:pt x="20486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332593" cy="117454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240216" y="1112102"/>
            <a:ext cx="281271" cy="273369"/>
            <a:chOff x="0" y="-19655"/>
            <a:chExt cx="562542" cy="54673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562542" cy="527082"/>
              <a:chOff x="0" y="0"/>
              <a:chExt cx="785997" cy="73645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78104" y="-19655"/>
              <a:ext cx="206336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33430" y="1639147"/>
            <a:ext cx="281271" cy="273369"/>
            <a:chOff x="0" y="-19655"/>
            <a:chExt cx="562542" cy="546737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562542" cy="527082"/>
              <a:chOff x="0" y="0"/>
              <a:chExt cx="785997" cy="73645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78104" y="-19655"/>
              <a:ext cx="206336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10290" y="970505"/>
            <a:ext cx="1716733" cy="283195"/>
            <a:chOff x="0" y="0"/>
            <a:chExt cx="678215" cy="11187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78215" cy="111879"/>
            </a:xfrm>
            <a:custGeom>
              <a:avLst/>
              <a:gdLst/>
              <a:ahLst/>
              <a:cxnLst/>
              <a:rect l="l" t="t" r="r" b="b"/>
              <a:pathLst>
                <a:path w="678215" h="111879">
                  <a:moveTo>
                    <a:pt x="51110" y="0"/>
                  </a:moveTo>
                  <a:lnTo>
                    <a:pt x="627106" y="0"/>
                  </a:lnTo>
                  <a:cubicBezTo>
                    <a:pt x="655333" y="0"/>
                    <a:pt x="678215" y="22883"/>
                    <a:pt x="678215" y="51110"/>
                  </a:cubicBezTo>
                  <a:lnTo>
                    <a:pt x="678215" y="60770"/>
                  </a:lnTo>
                  <a:cubicBezTo>
                    <a:pt x="678215" y="88997"/>
                    <a:pt x="655333" y="111879"/>
                    <a:pt x="627106" y="111879"/>
                  </a:cubicBezTo>
                  <a:lnTo>
                    <a:pt x="51110" y="111879"/>
                  </a:lnTo>
                  <a:cubicBezTo>
                    <a:pt x="22883" y="111879"/>
                    <a:pt x="0" y="88997"/>
                    <a:pt x="0" y="60770"/>
                  </a:cubicBezTo>
                  <a:lnTo>
                    <a:pt x="0" y="51110"/>
                  </a:lnTo>
                  <a:cubicBezTo>
                    <a:pt x="0" y="22883"/>
                    <a:pt x="22883" y="0"/>
                    <a:pt x="51110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678215" cy="15950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27"/>
                </a:lnSpc>
              </a:pPr>
              <a:endParaRPr sz="1200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886387" y="838734"/>
            <a:ext cx="281271" cy="273369"/>
            <a:chOff x="0" y="-19655"/>
            <a:chExt cx="562542" cy="546737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562542" cy="527082"/>
              <a:chOff x="0" y="0"/>
              <a:chExt cx="785997" cy="73645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78104" y="-19655"/>
              <a:ext cx="206336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352985" y="882783"/>
            <a:ext cx="3695625" cy="3687420"/>
            <a:chOff x="0" y="-263488"/>
            <a:chExt cx="7391251" cy="7374838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714288" cy="669264"/>
              <a:chOff x="0" y="0"/>
              <a:chExt cx="785997" cy="73645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226146" y="-12110"/>
              <a:ext cx="261992" cy="5687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7"/>
                </a:lnSpc>
              </a:pPr>
              <a:r>
                <a:rPr lang="en-US" sz="1748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1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0" y="1057642"/>
              <a:ext cx="714288" cy="669264"/>
              <a:chOff x="0" y="0"/>
              <a:chExt cx="785997" cy="73645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226146" y="1045532"/>
              <a:ext cx="261992" cy="5687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7"/>
                </a:lnSpc>
              </a:pPr>
              <a:r>
                <a:rPr lang="en-US" sz="1748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2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0" y="2113926"/>
              <a:ext cx="714288" cy="669264"/>
              <a:chOff x="0" y="0"/>
              <a:chExt cx="785997" cy="73645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226146" y="2101815"/>
              <a:ext cx="261992" cy="5687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7"/>
                </a:lnSpc>
              </a:pPr>
              <a:r>
                <a:rPr lang="en-US" sz="1748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3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0" y="3170210"/>
              <a:ext cx="714288" cy="669264"/>
              <a:chOff x="0" y="0"/>
              <a:chExt cx="785997" cy="73645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226146" y="3158099"/>
              <a:ext cx="261992" cy="5687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7"/>
                </a:lnSpc>
              </a:pPr>
              <a:r>
                <a:rPr lang="en-US" sz="1748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4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0" y="4268089"/>
              <a:ext cx="714288" cy="669264"/>
              <a:chOff x="0" y="0"/>
              <a:chExt cx="785997" cy="73645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226146" y="4255979"/>
              <a:ext cx="261992" cy="5687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7"/>
                </a:lnSpc>
              </a:pPr>
              <a:r>
                <a:rPr lang="en-US" sz="1748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5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0" y="5313828"/>
              <a:ext cx="714288" cy="669264"/>
              <a:chOff x="0" y="0"/>
              <a:chExt cx="785997" cy="73645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226146" y="5301716"/>
              <a:ext cx="261992" cy="5687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7"/>
                </a:lnSpc>
              </a:pPr>
              <a:r>
                <a:rPr lang="en-US" sz="1748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6692" y="-263488"/>
              <a:ext cx="6414559" cy="73748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32"/>
                </a:lnSpc>
              </a:pPr>
              <a:r>
                <a:rPr lang="ko-KR" altLang="en-US" sz="169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삭제 예정</a:t>
              </a:r>
              <a:endParaRPr lang="en-US" altLang="ko-KR" sz="1693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>
                <a:lnSpc>
                  <a:spcPts val="4232"/>
                </a:lnSpc>
              </a:pPr>
              <a:r>
                <a:rPr lang="en-US" sz="1693" dirty="0" err="1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주문상세</a:t>
              </a:r>
              <a:r>
                <a:rPr lang="en-US" sz="169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693" dirty="0" err="1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내역</a:t>
              </a:r>
              <a:r>
                <a:rPr lang="en-US" sz="169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693" dirty="0" err="1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확인</a:t>
              </a:r>
              <a:endParaRPr lang="en-US" sz="1693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>
                <a:lnSpc>
                  <a:spcPts val="4232"/>
                </a:lnSpc>
              </a:pPr>
              <a:r>
                <a:rPr lang="ko-KR" altLang="en-US" sz="169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삭제 예정</a:t>
              </a:r>
              <a:endParaRPr lang="en-US" altLang="ko-KR" sz="1693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>
                <a:lnSpc>
                  <a:spcPts val="4232"/>
                </a:lnSpc>
              </a:pPr>
              <a:r>
                <a:rPr lang="ko-KR" altLang="en-US" sz="169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주문 리스트 확인</a:t>
              </a:r>
              <a:endParaRPr lang="en-US" altLang="ko-KR" sz="1693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>
                <a:lnSpc>
                  <a:spcPts val="4232"/>
                </a:lnSpc>
              </a:pPr>
              <a:r>
                <a:rPr lang="ko-KR" altLang="en-US" sz="169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삭제 예정</a:t>
              </a:r>
              <a:endParaRPr lang="en-US" sz="1693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>
                <a:lnSpc>
                  <a:spcPts val="4232"/>
                </a:lnSpc>
              </a:pPr>
              <a:r>
                <a:rPr lang="en-US" sz="1693" dirty="0" err="1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유사상품</a:t>
              </a:r>
              <a:r>
                <a:rPr lang="en-US" sz="169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693" dirty="0" err="1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추천</a:t>
              </a:r>
              <a:r>
                <a:rPr lang="en-US" sz="169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693" dirty="0" err="1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알고리즘</a:t>
              </a:r>
              <a:endParaRPr lang="en-US" sz="1693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>
                <a:lnSpc>
                  <a:spcPts val="4232"/>
                </a:lnSpc>
              </a:pPr>
              <a:r>
                <a:rPr lang="ko-KR" altLang="en-US" sz="169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분석 결과 팝업창으로 확인</a:t>
              </a:r>
              <a:r>
                <a:rPr lang="en-US" altLang="ko-KR" sz="169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.</a:t>
              </a:r>
              <a:endParaRPr lang="en-US" sz="1693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33430" y="3560771"/>
            <a:ext cx="4319668" cy="1986327"/>
            <a:chOff x="0" y="0"/>
            <a:chExt cx="1706535" cy="78472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706535" cy="784722"/>
            </a:xfrm>
            <a:custGeom>
              <a:avLst/>
              <a:gdLst/>
              <a:ahLst/>
              <a:cxnLst/>
              <a:rect l="l" t="t" r="r" b="b"/>
              <a:pathLst>
                <a:path w="1706535" h="784722">
                  <a:moveTo>
                    <a:pt x="20312" y="0"/>
                  </a:moveTo>
                  <a:lnTo>
                    <a:pt x="1686223" y="0"/>
                  </a:lnTo>
                  <a:cubicBezTo>
                    <a:pt x="1691610" y="0"/>
                    <a:pt x="1696777" y="2140"/>
                    <a:pt x="1700586" y="5949"/>
                  </a:cubicBezTo>
                  <a:cubicBezTo>
                    <a:pt x="1704395" y="9759"/>
                    <a:pt x="1706535" y="14925"/>
                    <a:pt x="1706535" y="20312"/>
                  </a:cubicBezTo>
                  <a:lnTo>
                    <a:pt x="1706535" y="764410"/>
                  </a:lnTo>
                  <a:cubicBezTo>
                    <a:pt x="1706535" y="769797"/>
                    <a:pt x="1704395" y="774963"/>
                    <a:pt x="1700586" y="778773"/>
                  </a:cubicBezTo>
                  <a:cubicBezTo>
                    <a:pt x="1696777" y="782582"/>
                    <a:pt x="1691610" y="784722"/>
                    <a:pt x="1686223" y="784722"/>
                  </a:cubicBezTo>
                  <a:lnTo>
                    <a:pt x="20312" y="784722"/>
                  </a:lnTo>
                  <a:cubicBezTo>
                    <a:pt x="14925" y="784722"/>
                    <a:pt x="9759" y="782582"/>
                    <a:pt x="5949" y="778773"/>
                  </a:cubicBezTo>
                  <a:cubicBezTo>
                    <a:pt x="2140" y="774963"/>
                    <a:pt x="0" y="769797"/>
                    <a:pt x="0" y="764410"/>
                  </a:cubicBezTo>
                  <a:lnTo>
                    <a:pt x="0" y="20312"/>
                  </a:lnTo>
                  <a:cubicBezTo>
                    <a:pt x="0" y="14925"/>
                    <a:pt x="2140" y="9759"/>
                    <a:pt x="5949" y="5949"/>
                  </a:cubicBezTo>
                  <a:cubicBezTo>
                    <a:pt x="9759" y="2140"/>
                    <a:pt x="14925" y="0"/>
                    <a:pt x="20312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1706535" cy="83234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27"/>
                </a:lnSpc>
              </a:pPr>
              <a:endParaRPr sz="1200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411433" y="3419173"/>
            <a:ext cx="281271" cy="273369"/>
            <a:chOff x="0" y="-19655"/>
            <a:chExt cx="562542" cy="546737"/>
          </a:xfrm>
        </p:grpSpPr>
        <p:grpSp>
          <p:nvGrpSpPr>
            <p:cNvPr id="54" name="Group 54"/>
            <p:cNvGrpSpPr/>
            <p:nvPr/>
          </p:nvGrpSpPr>
          <p:grpSpPr>
            <a:xfrm>
              <a:off x="0" y="0"/>
              <a:ext cx="562542" cy="527082"/>
              <a:chOff x="0" y="0"/>
              <a:chExt cx="785997" cy="73645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57" name="TextBox 57"/>
            <p:cNvSpPr txBox="1"/>
            <p:nvPr/>
          </p:nvSpPr>
          <p:spPr>
            <a:xfrm>
              <a:off x="178104" y="-19655"/>
              <a:ext cx="206336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6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4552069" y="2366479"/>
            <a:ext cx="796619" cy="543559"/>
            <a:chOff x="0" y="0"/>
            <a:chExt cx="314714" cy="21474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14714" cy="214740"/>
            </a:xfrm>
            <a:custGeom>
              <a:avLst/>
              <a:gdLst/>
              <a:ahLst/>
              <a:cxnLst/>
              <a:rect l="l" t="t" r="r" b="b"/>
              <a:pathLst>
                <a:path w="314714" h="214740">
                  <a:moveTo>
                    <a:pt x="107370" y="0"/>
                  </a:moveTo>
                  <a:lnTo>
                    <a:pt x="207344" y="0"/>
                  </a:lnTo>
                  <a:cubicBezTo>
                    <a:pt x="235820" y="0"/>
                    <a:pt x="263130" y="11312"/>
                    <a:pt x="283266" y="31448"/>
                  </a:cubicBezTo>
                  <a:cubicBezTo>
                    <a:pt x="303402" y="51584"/>
                    <a:pt x="314714" y="78894"/>
                    <a:pt x="314714" y="107370"/>
                  </a:cubicBezTo>
                  <a:lnTo>
                    <a:pt x="314714" y="107370"/>
                  </a:lnTo>
                  <a:cubicBezTo>
                    <a:pt x="314714" y="166668"/>
                    <a:pt x="266643" y="214740"/>
                    <a:pt x="207344" y="214740"/>
                  </a:cubicBezTo>
                  <a:lnTo>
                    <a:pt x="107370" y="214740"/>
                  </a:lnTo>
                  <a:cubicBezTo>
                    <a:pt x="78894" y="214740"/>
                    <a:pt x="51584" y="203427"/>
                    <a:pt x="31448" y="183292"/>
                  </a:cubicBezTo>
                  <a:cubicBezTo>
                    <a:pt x="11312" y="163156"/>
                    <a:pt x="0" y="135846"/>
                    <a:pt x="0" y="107370"/>
                  </a:cubicBezTo>
                  <a:lnTo>
                    <a:pt x="0" y="107370"/>
                  </a:lnTo>
                  <a:cubicBezTo>
                    <a:pt x="0" y="78894"/>
                    <a:pt x="11312" y="51584"/>
                    <a:pt x="31448" y="31448"/>
                  </a:cubicBezTo>
                  <a:cubicBezTo>
                    <a:pt x="51584" y="11312"/>
                    <a:pt x="78894" y="0"/>
                    <a:pt x="107370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0" y="-47625"/>
              <a:ext cx="314714" cy="26236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27"/>
                </a:lnSpc>
              </a:pPr>
              <a:endParaRPr sz="1200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240216" y="2496661"/>
            <a:ext cx="281271" cy="273369"/>
            <a:chOff x="0" y="-19655"/>
            <a:chExt cx="562542" cy="546737"/>
          </a:xfrm>
        </p:grpSpPr>
        <p:grpSp>
          <p:nvGrpSpPr>
            <p:cNvPr id="62" name="Group 62"/>
            <p:cNvGrpSpPr/>
            <p:nvPr/>
          </p:nvGrpSpPr>
          <p:grpSpPr>
            <a:xfrm>
              <a:off x="0" y="0"/>
              <a:ext cx="562542" cy="527082"/>
              <a:chOff x="0" y="0"/>
              <a:chExt cx="785997" cy="73645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65" name="TextBox 65"/>
            <p:cNvSpPr txBox="1"/>
            <p:nvPr/>
          </p:nvSpPr>
          <p:spPr>
            <a:xfrm>
              <a:off x="178104" y="-19655"/>
              <a:ext cx="206336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5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552069" y="1508965"/>
            <a:ext cx="796619" cy="543559"/>
            <a:chOff x="0" y="0"/>
            <a:chExt cx="314714" cy="21474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314714" cy="214740"/>
            </a:xfrm>
            <a:custGeom>
              <a:avLst/>
              <a:gdLst/>
              <a:ahLst/>
              <a:cxnLst/>
              <a:rect l="l" t="t" r="r" b="b"/>
              <a:pathLst>
                <a:path w="314714" h="214740">
                  <a:moveTo>
                    <a:pt x="107370" y="0"/>
                  </a:moveTo>
                  <a:lnTo>
                    <a:pt x="207344" y="0"/>
                  </a:lnTo>
                  <a:cubicBezTo>
                    <a:pt x="235820" y="0"/>
                    <a:pt x="263130" y="11312"/>
                    <a:pt x="283266" y="31448"/>
                  </a:cubicBezTo>
                  <a:cubicBezTo>
                    <a:pt x="303402" y="51584"/>
                    <a:pt x="314714" y="78894"/>
                    <a:pt x="314714" y="107370"/>
                  </a:cubicBezTo>
                  <a:lnTo>
                    <a:pt x="314714" y="107370"/>
                  </a:lnTo>
                  <a:cubicBezTo>
                    <a:pt x="314714" y="166668"/>
                    <a:pt x="266643" y="214740"/>
                    <a:pt x="207344" y="214740"/>
                  </a:cubicBezTo>
                  <a:lnTo>
                    <a:pt x="107370" y="214740"/>
                  </a:lnTo>
                  <a:cubicBezTo>
                    <a:pt x="78894" y="214740"/>
                    <a:pt x="51584" y="203427"/>
                    <a:pt x="31448" y="183292"/>
                  </a:cubicBezTo>
                  <a:cubicBezTo>
                    <a:pt x="11312" y="163156"/>
                    <a:pt x="0" y="135846"/>
                    <a:pt x="0" y="107370"/>
                  </a:cubicBezTo>
                  <a:lnTo>
                    <a:pt x="0" y="107370"/>
                  </a:lnTo>
                  <a:cubicBezTo>
                    <a:pt x="0" y="78894"/>
                    <a:pt x="11312" y="51584"/>
                    <a:pt x="31448" y="31448"/>
                  </a:cubicBezTo>
                  <a:cubicBezTo>
                    <a:pt x="51584" y="11312"/>
                    <a:pt x="78894" y="0"/>
                    <a:pt x="107370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0" y="-47625"/>
              <a:ext cx="314714" cy="26236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27"/>
                </a:lnSpc>
              </a:pPr>
              <a:endParaRPr sz="1200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240216" y="1604631"/>
            <a:ext cx="281271" cy="273369"/>
            <a:chOff x="0" y="-19655"/>
            <a:chExt cx="562542" cy="546737"/>
          </a:xfrm>
        </p:grpSpPr>
        <p:grpSp>
          <p:nvGrpSpPr>
            <p:cNvPr id="70" name="Group 70"/>
            <p:cNvGrpSpPr/>
            <p:nvPr/>
          </p:nvGrpSpPr>
          <p:grpSpPr>
            <a:xfrm>
              <a:off x="0" y="0"/>
              <a:ext cx="562542" cy="527082"/>
              <a:chOff x="0" y="0"/>
              <a:chExt cx="785997" cy="73645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73" name="TextBox 73"/>
            <p:cNvSpPr txBox="1"/>
            <p:nvPr/>
          </p:nvSpPr>
          <p:spPr>
            <a:xfrm>
              <a:off x="178104" y="-19655"/>
              <a:ext cx="206336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3</a:t>
              </a:r>
            </a:p>
          </p:txBody>
        </p:sp>
      </p:grpSp>
      <p:pic>
        <p:nvPicPr>
          <p:cNvPr id="74" name="그림 73">
            <a:extLst>
              <a:ext uri="{FF2B5EF4-FFF2-40B4-BE49-F238E27FC236}">
                <a16:creationId xmlns:a16="http://schemas.microsoft.com/office/drawing/2014/main" id="{9927E4B4-ADF4-452B-A80C-F6C7E2F25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298" y="5655983"/>
            <a:ext cx="5986567" cy="778058"/>
          </a:xfrm>
          <a:prstGeom prst="rect">
            <a:avLst/>
          </a:prstGeom>
        </p:spPr>
      </p:pic>
      <p:grpSp>
        <p:nvGrpSpPr>
          <p:cNvPr id="75" name="Group 50">
            <a:extLst>
              <a:ext uri="{FF2B5EF4-FFF2-40B4-BE49-F238E27FC236}">
                <a16:creationId xmlns:a16="http://schemas.microsoft.com/office/drawing/2014/main" id="{99735038-B309-4252-8AEE-07CD0423133D}"/>
              </a:ext>
            </a:extLst>
          </p:cNvPr>
          <p:cNvGrpSpPr/>
          <p:nvPr/>
        </p:nvGrpSpPr>
        <p:grpSpPr>
          <a:xfrm>
            <a:off x="283985" y="5667649"/>
            <a:ext cx="6024880" cy="756799"/>
            <a:chOff x="0" y="0"/>
            <a:chExt cx="1706535" cy="784722"/>
          </a:xfrm>
        </p:grpSpPr>
        <p:sp>
          <p:nvSpPr>
            <p:cNvPr id="76" name="Freeform 51">
              <a:extLst>
                <a:ext uri="{FF2B5EF4-FFF2-40B4-BE49-F238E27FC236}">
                  <a16:creationId xmlns:a16="http://schemas.microsoft.com/office/drawing/2014/main" id="{1705908D-61CC-40BC-82E7-C176132236E3}"/>
                </a:ext>
              </a:extLst>
            </p:cNvPr>
            <p:cNvSpPr/>
            <p:nvPr/>
          </p:nvSpPr>
          <p:spPr>
            <a:xfrm>
              <a:off x="0" y="0"/>
              <a:ext cx="1706535" cy="784722"/>
            </a:xfrm>
            <a:custGeom>
              <a:avLst/>
              <a:gdLst/>
              <a:ahLst/>
              <a:cxnLst/>
              <a:rect l="l" t="t" r="r" b="b"/>
              <a:pathLst>
                <a:path w="1706535" h="784722">
                  <a:moveTo>
                    <a:pt x="20312" y="0"/>
                  </a:moveTo>
                  <a:lnTo>
                    <a:pt x="1686223" y="0"/>
                  </a:lnTo>
                  <a:cubicBezTo>
                    <a:pt x="1691610" y="0"/>
                    <a:pt x="1696777" y="2140"/>
                    <a:pt x="1700586" y="5949"/>
                  </a:cubicBezTo>
                  <a:cubicBezTo>
                    <a:pt x="1704395" y="9759"/>
                    <a:pt x="1706535" y="14925"/>
                    <a:pt x="1706535" y="20312"/>
                  </a:cubicBezTo>
                  <a:lnTo>
                    <a:pt x="1706535" y="764410"/>
                  </a:lnTo>
                  <a:cubicBezTo>
                    <a:pt x="1706535" y="769797"/>
                    <a:pt x="1704395" y="774963"/>
                    <a:pt x="1700586" y="778773"/>
                  </a:cubicBezTo>
                  <a:cubicBezTo>
                    <a:pt x="1696777" y="782582"/>
                    <a:pt x="1691610" y="784722"/>
                    <a:pt x="1686223" y="784722"/>
                  </a:cubicBezTo>
                  <a:lnTo>
                    <a:pt x="20312" y="784722"/>
                  </a:lnTo>
                  <a:cubicBezTo>
                    <a:pt x="14925" y="784722"/>
                    <a:pt x="9759" y="782582"/>
                    <a:pt x="5949" y="778773"/>
                  </a:cubicBezTo>
                  <a:cubicBezTo>
                    <a:pt x="2140" y="774963"/>
                    <a:pt x="0" y="769797"/>
                    <a:pt x="0" y="764410"/>
                  </a:cubicBezTo>
                  <a:lnTo>
                    <a:pt x="0" y="20312"/>
                  </a:lnTo>
                  <a:cubicBezTo>
                    <a:pt x="0" y="14925"/>
                    <a:pt x="2140" y="9759"/>
                    <a:pt x="5949" y="5949"/>
                  </a:cubicBezTo>
                  <a:cubicBezTo>
                    <a:pt x="9759" y="2140"/>
                    <a:pt x="14925" y="0"/>
                    <a:pt x="20312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77" name="TextBox 52">
              <a:extLst>
                <a:ext uri="{FF2B5EF4-FFF2-40B4-BE49-F238E27FC236}">
                  <a16:creationId xmlns:a16="http://schemas.microsoft.com/office/drawing/2014/main" id="{9C8B0EBA-0011-455F-AB06-6FF92B6192F0}"/>
                </a:ext>
              </a:extLst>
            </p:cNvPr>
            <p:cNvSpPr txBox="1"/>
            <p:nvPr/>
          </p:nvSpPr>
          <p:spPr>
            <a:xfrm>
              <a:off x="0" y="-47625"/>
              <a:ext cx="1706535" cy="83234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27"/>
                </a:lnSpc>
              </a:pPr>
              <a:endParaRPr sz="1200"/>
            </a:p>
          </p:txBody>
        </p:sp>
      </p:grpSp>
      <p:grpSp>
        <p:nvGrpSpPr>
          <p:cNvPr id="78" name="Group 53">
            <a:extLst>
              <a:ext uri="{FF2B5EF4-FFF2-40B4-BE49-F238E27FC236}">
                <a16:creationId xmlns:a16="http://schemas.microsoft.com/office/drawing/2014/main" id="{5FCB3BD5-8BB3-4994-8C68-B8604EEB815B}"/>
              </a:ext>
            </a:extLst>
          </p:cNvPr>
          <p:cNvGrpSpPr/>
          <p:nvPr/>
        </p:nvGrpSpPr>
        <p:grpSpPr>
          <a:xfrm>
            <a:off x="5837904" y="5530964"/>
            <a:ext cx="281271" cy="273369"/>
            <a:chOff x="0" y="-19655"/>
            <a:chExt cx="562542" cy="546737"/>
          </a:xfrm>
        </p:grpSpPr>
        <p:grpSp>
          <p:nvGrpSpPr>
            <p:cNvPr id="79" name="Group 54">
              <a:extLst>
                <a:ext uri="{FF2B5EF4-FFF2-40B4-BE49-F238E27FC236}">
                  <a16:creationId xmlns:a16="http://schemas.microsoft.com/office/drawing/2014/main" id="{9DBF06CB-7C83-4C16-AFB1-06CD87343022}"/>
                </a:ext>
              </a:extLst>
            </p:cNvPr>
            <p:cNvGrpSpPr/>
            <p:nvPr/>
          </p:nvGrpSpPr>
          <p:grpSpPr>
            <a:xfrm>
              <a:off x="0" y="0"/>
              <a:ext cx="562542" cy="527082"/>
              <a:chOff x="0" y="0"/>
              <a:chExt cx="785997" cy="736453"/>
            </a:xfrm>
          </p:grpSpPr>
          <p:sp>
            <p:nvSpPr>
              <p:cNvPr id="81" name="Freeform 55">
                <a:extLst>
                  <a:ext uri="{FF2B5EF4-FFF2-40B4-BE49-F238E27FC236}">
                    <a16:creationId xmlns:a16="http://schemas.microsoft.com/office/drawing/2014/main" id="{38DA2112-3FA1-4969-9B30-A9FFA32D7FAE}"/>
                  </a:ext>
                </a:extLst>
              </p:cNvPr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82" name="TextBox 56">
                <a:extLst>
                  <a:ext uri="{FF2B5EF4-FFF2-40B4-BE49-F238E27FC236}">
                    <a16:creationId xmlns:a16="http://schemas.microsoft.com/office/drawing/2014/main" id="{56C10808-B94F-4D33-A96B-BDB46EA7EB50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80" name="TextBox 57">
              <a:extLst>
                <a:ext uri="{FF2B5EF4-FFF2-40B4-BE49-F238E27FC236}">
                  <a16:creationId xmlns:a16="http://schemas.microsoft.com/office/drawing/2014/main" id="{9A5BEB46-535C-4EAE-906C-3B1F101B4BEE}"/>
                </a:ext>
              </a:extLst>
            </p:cNvPr>
            <p:cNvSpPr txBox="1"/>
            <p:nvPr/>
          </p:nvSpPr>
          <p:spPr>
            <a:xfrm>
              <a:off x="178104" y="-19655"/>
              <a:ext cx="206336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 dirty="0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7</a:t>
              </a:r>
            </a:p>
          </p:txBody>
        </p:sp>
      </p:grpSp>
      <p:sp>
        <p:nvSpPr>
          <p:cNvPr id="85" name="Freeform 46">
            <a:extLst>
              <a:ext uri="{FF2B5EF4-FFF2-40B4-BE49-F238E27FC236}">
                <a16:creationId xmlns:a16="http://schemas.microsoft.com/office/drawing/2014/main" id="{42BE0E58-F061-442C-8BDF-2A4FF417313D}"/>
              </a:ext>
            </a:extLst>
          </p:cNvPr>
          <p:cNvSpPr/>
          <p:nvPr/>
        </p:nvSpPr>
        <p:spPr>
          <a:xfrm>
            <a:off x="7360605" y="4189602"/>
            <a:ext cx="357144" cy="334632"/>
          </a:xfrm>
          <a:custGeom>
            <a:avLst/>
            <a:gdLst/>
            <a:ahLst/>
            <a:cxnLst/>
            <a:rect l="l" t="t" r="r" b="b"/>
            <a:pathLst>
              <a:path w="785997" h="736453">
                <a:moveTo>
                  <a:pt x="152385" y="0"/>
                </a:moveTo>
                <a:lnTo>
                  <a:pt x="633612" y="0"/>
                </a:lnTo>
                <a:cubicBezTo>
                  <a:pt x="674027" y="0"/>
                  <a:pt x="712787" y="16055"/>
                  <a:pt x="741364" y="44633"/>
                </a:cubicBezTo>
                <a:cubicBezTo>
                  <a:pt x="769942" y="73210"/>
                  <a:pt x="785997" y="111970"/>
                  <a:pt x="785997" y="152385"/>
                </a:cubicBezTo>
                <a:lnTo>
                  <a:pt x="785997" y="584067"/>
                </a:lnTo>
                <a:cubicBezTo>
                  <a:pt x="785997" y="624482"/>
                  <a:pt x="769942" y="663242"/>
                  <a:pt x="741364" y="691820"/>
                </a:cubicBezTo>
                <a:cubicBezTo>
                  <a:pt x="712787" y="720398"/>
                  <a:pt x="674027" y="736453"/>
                  <a:pt x="633612" y="736453"/>
                </a:cubicBezTo>
                <a:lnTo>
                  <a:pt x="152385" y="736453"/>
                </a:lnTo>
                <a:cubicBezTo>
                  <a:pt x="111970" y="736453"/>
                  <a:pt x="73210" y="720398"/>
                  <a:pt x="44633" y="691820"/>
                </a:cubicBezTo>
                <a:cubicBezTo>
                  <a:pt x="16055" y="663242"/>
                  <a:pt x="0" y="624482"/>
                  <a:pt x="0" y="584067"/>
                </a:cubicBezTo>
                <a:lnTo>
                  <a:pt x="0" y="152385"/>
                </a:lnTo>
                <a:cubicBezTo>
                  <a:pt x="0" y="111970"/>
                  <a:pt x="16055" y="73210"/>
                  <a:pt x="44633" y="44633"/>
                </a:cubicBezTo>
                <a:cubicBezTo>
                  <a:pt x="73210" y="16055"/>
                  <a:pt x="111970" y="0"/>
                  <a:pt x="152385" y="0"/>
                </a:cubicBezTo>
                <a:close/>
              </a:path>
            </a:pathLst>
          </a:custGeom>
          <a:solidFill>
            <a:srgbClr val="FFFFFF"/>
          </a:solidFill>
          <a:ln w="28575" cap="sq">
            <a:solidFill>
              <a:srgbClr val="FF3131"/>
            </a:solidFill>
            <a:prstDash val="solid"/>
            <a:miter/>
          </a:ln>
        </p:spPr>
      </p:sp>
      <p:sp>
        <p:nvSpPr>
          <p:cNvPr id="86" name="TextBox 48">
            <a:extLst>
              <a:ext uri="{FF2B5EF4-FFF2-40B4-BE49-F238E27FC236}">
                <a16:creationId xmlns:a16="http://schemas.microsoft.com/office/drawing/2014/main" id="{6C73B268-E682-41D0-9652-5BB5C0903EB6}"/>
              </a:ext>
            </a:extLst>
          </p:cNvPr>
          <p:cNvSpPr txBox="1"/>
          <p:nvPr/>
        </p:nvSpPr>
        <p:spPr>
          <a:xfrm>
            <a:off x="7473678" y="4183546"/>
            <a:ext cx="130996" cy="284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7"/>
              </a:lnSpc>
            </a:pPr>
            <a:r>
              <a:rPr lang="en-US" sz="1748" b="1" dirty="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7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D535400E-3B68-4C7F-9CC5-0DD38D5B4818}"/>
              </a:ext>
            </a:extLst>
          </p:cNvPr>
          <p:cNvSpPr/>
          <p:nvPr/>
        </p:nvSpPr>
        <p:spPr>
          <a:xfrm>
            <a:off x="1425650" y="4006074"/>
            <a:ext cx="1226934" cy="13238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280</Words>
  <Application>Microsoft Office PowerPoint</Application>
  <PresentationFormat>와이드스크린</PresentationFormat>
  <Paragraphs>105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Noto Sans Kr</vt:lpstr>
      <vt:lpstr>Noto Sans Kr Bold</vt:lpstr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MYCOM</dc:creator>
  <cp:lastModifiedBy>MYCOM</cp:lastModifiedBy>
  <cp:revision>35</cp:revision>
  <dcterms:created xsi:type="dcterms:W3CDTF">2026-03-26T06:44:26Z</dcterms:created>
  <dcterms:modified xsi:type="dcterms:W3CDTF">2026-03-27T00:49:37Z</dcterms:modified>
</cp:coreProperties>
</file>