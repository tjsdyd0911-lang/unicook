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3B205-14BE-4F53-880B-78BEEA2A2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07C854-EAB7-4472-9322-7E29611EA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6E68F-03C7-4330-A1FA-B0F437DD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248B7-0FE7-473C-A10F-1CCA6249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0AC1C-9E3C-4456-B05E-FFBA7F82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70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B23D9-58F0-4CB2-BEF7-E04AAF84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9C57C-D951-4CC3-879D-61C7DF28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0CCD-CE00-4F8E-B5D0-A19D0128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C02D1-5B54-4E2E-A731-2ADBD552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C1022-CF64-426F-9ECB-A02177EE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70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0550-96B0-495F-B322-25ABFEF6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1D3512-8674-46D8-9715-6550FB274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48868-42CD-40D6-9809-C766C1EF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25E81-5AC7-4C73-8527-4274755C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8B2B8-170C-47F8-A312-EB9A7A66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4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E9C29-344C-4A26-B3B8-9E440C46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541F2-6CBF-41B4-AF8E-145E146FE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A20B8-9D72-490C-8358-D0694F26D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C1297C-7D8F-4422-91BC-FBB15C9C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4C61F7-9363-42E2-87AD-ED6EB3B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247792-58F0-4248-AD7E-363699A0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3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E3C0B-461E-4DDD-8217-2AFC1DF4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6A5440-7F58-46D3-BCC9-D976D1B07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389155-0E18-4891-A5AE-165351629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395A57-0FE1-4A91-ABC6-DEBB8F98D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70557A-8AFB-42D0-A48E-790F8C5C5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2F4390-CE62-4984-9C54-53FBA035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82A87E-F14E-42DF-B9C8-3EE69792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416D3E-C2D9-42D7-9FFD-F0F6B86E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0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25ED8-A957-4947-8B6F-08B603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079945-2B75-4F7B-83AF-F7841833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91875-48EA-48F4-AF6A-A6B589A8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D66DEE-5C5A-4EBC-AEBC-92D7647E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2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B6C4C6-1497-47A3-8EEB-304970D4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8F8ECD-9325-4C95-95AD-980F4D08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D5126-A601-4622-B35D-4F466AF3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04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8CC69-2709-4ABE-9F9D-A0DEE168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9D380-79FB-4298-94F5-22E95658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890507-434A-47B9-B862-3C8FF305E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CBB3F-3B81-44D6-ACB5-B0B4628F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83E7F3-39B5-44A0-B755-0B2EB791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8374C9-B9CE-43FA-A915-D59F01C6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70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CA5D6-B3F2-48D6-9568-560F9E61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E16B2D-08F6-4B4F-8C7C-7AD78FDE5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93372D-4408-4E54-9009-5F914A9C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66BB2E-A4DD-4BE8-A357-59C46F65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90AC45-D216-43DC-AAE0-9BC2717A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9C819A-27AB-467A-A7C1-5E8AF643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87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A897D-AE87-443F-ABB8-5B13EBD8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D2FAD9-6F52-437E-9F26-EAD45616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09F92-2DCC-4655-9B8A-67EF7AE6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07EFF-6230-45B4-AF67-9D128B64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055C8-3244-4BC0-809A-11AE41B4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15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B1D31-5490-43E5-8650-8C8058B3D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50A1F2-786D-46FC-9DB3-0E081A2AB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F3688-FD0B-4B6F-AA31-E89610BE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510F9-79AC-4D0D-BE81-1B53A1F3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CD82B-CF86-4B6F-A214-65A4490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1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220231-66DB-4976-8C94-E13D2D1F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1EBA3-4EEE-4758-8CD9-27AA04BE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FFF815-1BA9-4815-8D8A-8D7F51228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AC459-080F-4BE7-8696-F64341D6D4A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39E781-68BA-44C1-B394-12008B223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38A87-1E8B-4933-9EC1-507565A26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1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AFA2FD4-58F1-41E3-BEDB-8F829FB9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975024" cy="607994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2295BF-39D1-4B52-9A86-82682C28151F}"/>
              </a:ext>
            </a:extLst>
          </p:cNvPr>
          <p:cNvSpPr/>
          <p:nvPr/>
        </p:nvSpPr>
        <p:spPr>
          <a:xfrm>
            <a:off x="6319880" y="894348"/>
            <a:ext cx="272716" cy="336884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C2AEA0-AD55-44C3-B4B4-854E21BED08A}"/>
              </a:ext>
            </a:extLst>
          </p:cNvPr>
          <p:cNvCxnSpPr>
            <a:cxnSpLocks/>
            <a:stCxn id="15" idx="1"/>
            <a:endCxn id="35" idx="2"/>
          </p:cNvCxnSpPr>
          <p:nvPr/>
        </p:nvCxnSpPr>
        <p:spPr>
          <a:xfrm flipH="1" flipV="1">
            <a:off x="5577501" y="241776"/>
            <a:ext cx="742379" cy="82101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BD6D1F8-778A-4CAC-AC3F-8A2213C2730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592596" y="1062790"/>
            <a:ext cx="28372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88B8F1-9B34-4306-A18E-DBF9CA6BA1A8}"/>
              </a:ext>
            </a:extLst>
          </p:cNvPr>
          <p:cNvSpPr/>
          <p:nvPr/>
        </p:nvSpPr>
        <p:spPr>
          <a:xfrm>
            <a:off x="9235752" y="487280"/>
            <a:ext cx="2689173" cy="4413584"/>
          </a:xfrm>
          <a:prstGeom prst="roundRect">
            <a:avLst>
              <a:gd name="adj" fmla="val 555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모달창 생성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임의 계정 생성하여 로그인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회원가입 따로 만들지 않음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장바구니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페이지 이동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*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장바구니 버튼 로그인 시 활성화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키워드에 맞는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상품 리스트 출력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해당 상품의 상세페이지  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로 이동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코사인 유사도 알고리즘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이용한 콘텐츠 필터링으로 도출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과정 출력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시간대별 추천 상품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검색 키워드에 맞는 상품 리스트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현재 화면에 출력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코사인 유사도 알고리즘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이용한 콘텐츠 필터링으로 도출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과정 출력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맞춤형 상품 리스트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3C6005-1DA1-4013-A187-82EAC9912DF8}"/>
              </a:ext>
            </a:extLst>
          </p:cNvPr>
          <p:cNvSpPr/>
          <p:nvPr/>
        </p:nvSpPr>
        <p:spPr>
          <a:xfrm>
            <a:off x="9423679" y="563607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0DFA18C-A4CE-43D8-A335-E6EC928F5E4D}"/>
              </a:ext>
            </a:extLst>
          </p:cNvPr>
          <p:cNvSpPr/>
          <p:nvPr/>
        </p:nvSpPr>
        <p:spPr>
          <a:xfrm>
            <a:off x="9423679" y="1458949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A9AB6B1-554A-473D-9940-092D3DBA5976}"/>
              </a:ext>
            </a:extLst>
          </p:cNvPr>
          <p:cNvSpPr/>
          <p:nvPr/>
        </p:nvSpPr>
        <p:spPr>
          <a:xfrm>
            <a:off x="9423680" y="2220945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D816B4B-A219-4169-8162-77593D561A91}"/>
              </a:ext>
            </a:extLst>
          </p:cNvPr>
          <p:cNvSpPr/>
          <p:nvPr/>
        </p:nvSpPr>
        <p:spPr>
          <a:xfrm>
            <a:off x="6167501" y="2283353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C35C27A-7BDB-4D43-9FDA-EEB39B3B40FF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5866515" y="2143263"/>
            <a:ext cx="300986" cy="27427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0120E15-33F3-4209-BBC4-4FE35FF2D5D7}"/>
              </a:ext>
            </a:extLst>
          </p:cNvPr>
          <p:cNvSpPr/>
          <p:nvPr/>
        </p:nvSpPr>
        <p:spPr>
          <a:xfrm>
            <a:off x="9431702" y="2686164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364400A-35AC-44D4-93BA-1E4681ED0767}"/>
              </a:ext>
            </a:extLst>
          </p:cNvPr>
          <p:cNvCxnSpPr>
            <a:cxnSpLocks/>
            <a:stCxn id="62" idx="2"/>
            <a:endCxn id="68" idx="3"/>
          </p:cNvCxnSpPr>
          <p:nvPr/>
        </p:nvCxnSpPr>
        <p:spPr>
          <a:xfrm flipH="1">
            <a:off x="5863481" y="2551722"/>
            <a:ext cx="433107" cy="249718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그림 82">
            <a:extLst>
              <a:ext uri="{FF2B5EF4-FFF2-40B4-BE49-F238E27FC236}">
                <a16:creationId xmlns:a16="http://schemas.microsoft.com/office/drawing/2014/main" id="{4F24B717-03E8-4750-B9BB-1BFE49A85D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95"/>
          <a:stretch/>
        </p:blipFill>
        <p:spPr>
          <a:xfrm>
            <a:off x="6228262" y="4588041"/>
            <a:ext cx="2754252" cy="150690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B4E05DD-30DF-498E-9AFF-9D27C6394080}"/>
              </a:ext>
            </a:extLst>
          </p:cNvPr>
          <p:cNvCxnSpPr>
            <a:cxnSpLocks/>
            <a:stCxn id="84" idx="3"/>
            <a:endCxn id="88" idx="1"/>
          </p:cNvCxnSpPr>
          <p:nvPr/>
        </p:nvCxnSpPr>
        <p:spPr>
          <a:xfrm>
            <a:off x="5866516" y="3274090"/>
            <a:ext cx="1609785" cy="189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34C4F4B-EDAA-4BCF-940D-7C66CC06D802}"/>
              </a:ext>
            </a:extLst>
          </p:cNvPr>
          <p:cNvSpPr/>
          <p:nvPr/>
        </p:nvSpPr>
        <p:spPr>
          <a:xfrm>
            <a:off x="7476301" y="3141802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A1B71F9F-891D-489F-B086-B3ED3AE23413}"/>
              </a:ext>
            </a:extLst>
          </p:cNvPr>
          <p:cNvCxnSpPr>
            <a:cxnSpLocks/>
            <a:stCxn id="88" idx="2"/>
            <a:endCxn id="83" idx="0"/>
          </p:cNvCxnSpPr>
          <p:nvPr/>
        </p:nvCxnSpPr>
        <p:spPr>
          <a:xfrm>
            <a:off x="7605388" y="3410171"/>
            <a:ext cx="0" cy="117787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7B02C8E-017D-4F1A-86CB-BDF3A7D4E86F}"/>
              </a:ext>
            </a:extLst>
          </p:cNvPr>
          <p:cNvSpPr/>
          <p:nvPr/>
        </p:nvSpPr>
        <p:spPr>
          <a:xfrm>
            <a:off x="9431703" y="3143362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F1AD7164-4C37-4C85-B08B-CDFADC538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794" y="256674"/>
            <a:ext cx="2195580" cy="1621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6E7446D-1803-45EA-9F6C-2E0345ED3CF3}"/>
              </a:ext>
            </a:extLst>
          </p:cNvPr>
          <p:cNvSpPr/>
          <p:nvPr/>
        </p:nvSpPr>
        <p:spPr>
          <a:xfrm>
            <a:off x="5315676" y="86555"/>
            <a:ext cx="523650" cy="155221"/>
          </a:xfrm>
          <a:prstGeom prst="roundRect">
            <a:avLst>
              <a:gd name="adj" fmla="val 4930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454DB67-552E-4CE7-B337-0FB79261EF80}"/>
              </a:ext>
            </a:extLst>
          </p:cNvPr>
          <p:cNvSpPr/>
          <p:nvPr/>
        </p:nvSpPr>
        <p:spPr>
          <a:xfrm>
            <a:off x="5033961" y="71112"/>
            <a:ext cx="258173" cy="155221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684755C-5518-4481-88F8-094EF0E9DB1B}"/>
              </a:ext>
            </a:extLst>
          </p:cNvPr>
          <p:cNvCxnSpPr>
            <a:cxnSpLocks/>
            <a:stCxn id="42" idx="3"/>
            <a:endCxn id="38" idx="1"/>
          </p:cNvCxnSpPr>
          <p:nvPr/>
        </p:nvCxnSpPr>
        <p:spPr>
          <a:xfrm>
            <a:off x="4884825" y="148722"/>
            <a:ext cx="149136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320430B-DE30-42C9-A3B2-2FDF6A88C333}"/>
              </a:ext>
            </a:extLst>
          </p:cNvPr>
          <p:cNvSpPr/>
          <p:nvPr/>
        </p:nvSpPr>
        <p:spPr>
          <a:xfrm>
            <a:off x="4626652" y="29761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F077832-B3A3-440F-8251-6279AC8AA648}"/>
              </a:ext>
            </a:extLst>
          </p:cNvPr>
          <p:cNvSpPr/>
          <p:nvPr/>
        </p:nvSpPr>
        <p:spPr>
          <a:xfrm>
            <a:off x="5175698" y="473034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51BA3CC-5965-4D94-BC84-740155DE3BFD}"/>
              </a:ext>
            </a:extLst>
          </p:cNvPr>
          <p:cNvSpPr/>
          <p:nvPr/>
        </p:nvSpPr>
        <p:spPr>
          <a:xfrm>
            <a:off x="77787" y="853326"/>
            <a:ext cx="5788728" cy="424589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20E26FA-8EE2-45D8-B4E8-18EF3DFFE20F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5126681" y="710956"/>
            <a:ext cx="178104" cy="14237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6553CCD-ECF9-48B1-8045-81500A5EA9A7}"/>
              </a:ext>
            </a:extLst>
          </p:cNvPr>
          <p:cNvSpPr/>
          <p:nvPr/>
        </p:nvSpPr>
        <p:spPr>
          <a:xfrm>
            <a:off x="77787" y="1626994"/>
            <a:ext cx="5788728" cy="1032537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096FC2E-8CB4-450B-AC35-0150A2579D9C}"/>
              </a:ext>
            </a:extLst>
          </p:cNvPr>
          <p:cNvSpPr/>
          <p:nvPr/>
        </p:nvSpPr>
        <p:spPr>
          <a:xfrm>
            <a:off x="77788" y="2899863"/>
            <a:ext cx="5788728" cy="748454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C3FFDB2-C0FE-4B15-9251-F434ADEF7597}"/>
              </a:ext>
            </a:extLst>
          </p:cNvPr>
          <p:cNvSpPr/>
          <p:nvPr/>
        </p:nvSpPr>
        <p:spPr>
          <a:xfrm>
            <a:off x="2041985" y="54890"/>
            <a:ext cx="1824162" cy="212793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B220FFF3-EF4B-4FD5-A3E7-BAE8F51DCA98}"/>
              </a:ext>
            </a:extLst>
          </p:cNvPr>
          <p:cNvCxnSpPr>
            <a:cxnSpLocks/>
            <a:stCxn id="100" idx="3"/>
            <a:endCxn id="104" idx="1"/>
          </p:cNvCxnSpPr>
          <p:nvPr/>
        </p:nvCxnSpPr>
        <p:spPr>
          <a:xfrm>
            <a:off x="3866147" y="161286"/>
            <a:ext cx="176321" cy="67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7AB42282-C07A-4649-A4B3-D8971C477504}"/>
              </a:ext>
            </a:extLst>
          </p:cNvPr>
          <p:cNvSpPr/>
          <p:nvPr/>
        </p:nvSpPr>
        <p:spPr>
          <a:xfrm>
            <a:off x="4042468" y="42999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4104253E-E6E0-48BA-927C-06D11B833181}"/>
              </a:ext>
            </a:extLst>
          </p:cNvPr>
          <p:cNvSpPr/>
          <p:nvPr/>
        </p:nvSpPr>
        <p:spPr>
          <a:xfrm>
            <a:off x="9439725" y="3744938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1E2EB78B-9EFD-41CE-A2C5-710D11D75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79941"/>
            <a:ext cx="5963739" cy="778058"/>
          </a:xfrm>
          <a:prstGeom prst="rect">
            <a:avLst/>
          </a:prstGeom>
        </p:spPr>
      </p:pic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C05A81CD-BC8B-42C3-9BDF-BEE559D55042}"/>
              </a:ext>
            </a:extLst>
          </p:cNvPr>
          <p:cNvSpPr/>
          <p:nvPr/>
        </p:nvSpPr>
        <p:spPr>
          <a:xfrm>
            <a:off x="74753" y="4002867"/>
            <a:ext cx="5788728" cy="2092081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920E15E3-62F5-4C44-9D6B-39550BBFBB14}"/>
              </a:ext>
            </a:extLst>
          </p:cNvPr>
          <p:cNvSpPr/>
          <p:nvPr/>
        </p:nvSpPr>
        <p:spPr>
          <a:xfrm>
            <a:off x="25131" y="6123051"/>
            <a:ext cx="5894657" cy="705188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D148E55-F4C8-432E-B276-1844B88B08D9}"/>
              </a:ext>
            </a:extLst>
          </p:cNvPr>
          <p:cNvCxnSpPr>
            <a:cxnSpLocks/>
            <a:stCxn id="112" idx="3"/>
            <a:endCxn id="116" idx="1"/>
          </p:cNvCxnSpPr>
          <p:nvPr/>
        </p:nvCxnSpPr>
        <p:spPr>
          <a:xfrm>
            <a:off x="5919788" y="6475645"/>
            <a:ext cx="150690" cy="134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A2453F2A-CBC0-4FAF-A890-94B2B40884DD}"/>
              </a:ext>
            </a:extLst>
          </p:cNvPr>
          <p:cNvSpPr/>
          <p:nvPr/>
        </p:nvSpPr>
        <p:spPr>
          <a:xfrm>
            <a:off x="6070478" y="6342806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5840497-FB50-4981-BF79-B0E99FCAD106}"/>
              </a:ext>
            </a:extLst>
          </p:cNvPr>
          <p:cNvSpPr/>
          <p:nvPr/>
        </p:nvSpPr>
        <p:spPr>
          <a:xfrm>
            <a:off x="9439726" y="4210157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38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121</Words>
  <Application>Microsoft Office PowerPoint</Application>
  <PresentationFormat>와이드스크린</PresentationFormat>
  <Paragraphs>42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굴림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MYCOM</dc:creator>
  <cp:lastModifiedBy>MYCOM</cp:lastModifiedBy>
  <cp:revision>10</cp:revision>
  <dcterms:created xsi:type="dcterms:W3CDTF">2026-03-26T06:44:26Z</dcterms:created>
  <dcterms:modified xsi:type="dcterms:W3CDTF">2026-03-26T08:06:59Z</dcterms:modified>
</cp:coreProperties>
</file>