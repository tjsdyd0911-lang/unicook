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COM" initials="M" lastIdx="1" clrIdx="0">
    <p:extLst>
      <p:ext uri="{19B8F6BF-5375-455C-9EA6-DF929625EA0E}">
        <p15:presenceInfo xmlns:p15="http://schemas.microsoft.com/office/powerpoint/2012/main" userId="MY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73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8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65429-C85F-4A33-B5E7-31CE9D2C2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D93F9A-2C4C-405A-8AE3-0261FCC7E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D5E599-32DC-497E-89FA-348EDFF2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B52AA5-7106-4103-9F78-874DAFEC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C9B0DC-9125-46D2-8555-B045C6D5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325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0CE8A-845B-414D-9E5E-228DF63C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FCB4B2-2F6D-402E-9419-734C6AFF7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4B5B97-1947-4E6F-A81C-7B9B68BDF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B480F-43C2-4DD6-A770-5693B279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71DBC-7DA4-452F-B940-0B18E930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37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E750A-4CBF-4079-A54D-EEE3C7D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710224-23B6-4F50-899D-24F77A70D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E47BD-E283-428C-B1FB-038B2C5F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1A3784-ED26-42CE-8730-D10305E5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4B2B18-2E20-44A3-BCD5-57A82A92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47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2D83D-9808-4D7D-9214-57CC1623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82CC8E-636F-4B1A-9E18-B42F065A3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E71D28-B6EE-4FA7-B20D-EA0A89F84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D895C1-7669-41B4-9A1F-AC1411C7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D561CA-2A78-477A-844B-26CAD8B7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55BD2D-BE00-42EF-BD5F-66D5666B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35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2B22A-8601-456A-A0D6-DC062F85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88ADCB-6CE0-4D7C-AF46-18C18C52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67FD2F-4875-434D-94CA-DFFB8B9F1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31C8E4-9674-420F-9357-0C905707F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0BEA56-44C5-4EA0-9FB4-28A2A856B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43DCAA-F69F-4B2A-B7E9-BF20CC65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0B68E8-91B1-440C-BFFB-0FC55F0D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C1E3F8-CCAF-41EF-8DE3-5DC68FC8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55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4D3BA-39B8-4B87-845E-C09E5FD7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9A30CE-225F-4380-8D3E-AB042850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603F69-4AF9-4774-84DF-AF1167ED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B35E68-0EAA-4276-B0AA-78A7F352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97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85CCA3-A79A-4022-95C6-61F40561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52CADA-6318-4C31-B0AE-7BF8F1D5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3E778E-3753-4A5F-9A41-B83D4F9A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5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4D21E-7C72-4F94-A15B-B7302C50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DD785E-F019-4AE2-A4D2-977CA6EA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DCB10F-F7E4-4BEE-92DC-972E2C6B1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B5938-C86D-4852-927B-94E75602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00F34C-0FC6-4548-87C0-B4641344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930CB-0192-45E5-8E96-CAB76B3A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49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3D3C3-6429-46BB-9036-8EA18450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8EDEE1-5584-4B38-984A-42CD953A57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79DD8D-6D68-4291-A191-FEAE36CA3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E7B532-F1F7-43EC-8976-7D30C7E1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13B75D-446F-4244-9D99-B59D516E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997ECF-7225-48B3-9AFA-72912120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65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839B0-A930-4FDC-9513-0BBF98CC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90AD86-0205-4AEF-BB67-EABB4F9A8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E499A-CB00-4254-A249-B101A171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0AA3C0-7785-4B08-8AB3-BC660B42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1A249B-7AA8-4848-B360-4BE28D65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51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90B6B1-230B-4485-8156-F565ED370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2682E5-7545-42B9-912D-B71322B4C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DD025-6456-44EB-A6F2-466C5ED4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79F2A-2C1C-4CCE-B3DC-7DE01A89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834CC-5521-4EC5-A21A-0B5FE3AE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7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BAC590-C1A8-4660-9AB0-7BB08838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FA8C7E-C066-4568-B1A9-63DBBA8ED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FA72F-67DE-4C28-8614-B1D2929E3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20830-96A1-46A6-BFE3-1656141CB436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A176F2-DA92-4725-874E-0CE9F5019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449FC-8F51-4A71-879D-9BFF7835F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C9B3B-9E00-4FC4-AF92-844216FE4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05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DBAC733-C85C-419B-97E2-D8176C763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57411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1190712-10D5-47F2-A929-1463E6A95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440" y="4949900"/>
            <a:ext cx="3031061" cy="1770834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58BF4F8-43E7-4145-9674-2914FFDA4E08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5628992" y="278727"/>
            <a:ext cx="1518881" cy="2271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5C761BA-AD97-42F4-91C7-2837ADA67D96}"/>
              </a:ext>
            </a:extLst>
          </p:cNvPr>
          <p:cNvSpPr/>
          <p:nvPr/>
        </p:nvSpPr>
        <p:spPr>
          <a:xfrm>
            <a:off x="9022794" y="890337"/>
            <a:ext cx="2808707" cy="3368843"/>
          </a:xfrm>
          <a:prstGeom prst="roundRect">
            <a:avLst>
              <a:gd name="adj" fmla="val 692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    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클릭한 상품 상세페이지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로 이동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4-1      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시 장바구니에 현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재 선택한 상품 담김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   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구매 내역으로 이동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228600" indent="-228600">
              <a:buAutoNum type="arabicPlain" startAt="6"/>
            </a:pP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시 </a:t>
            </a: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번의 상품들을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도출한 과정 출력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(</a:t>
            </a:r>
            <a:r>
              <a:rPr lang="en-US" altLang="ko-KR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SVD </a:t>
            </a:r>
            <a:r>
              <a:rPr lang="ko-KR" altLang="en-US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알고리즘</a:t>
            </a:r>
            <a:endParaRPr lang="en-US" altLang="ko-KR" sz="1200" b="1" dirty="0">
              <a:solidFill>
                <a:srgbClr val="FF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을 사용한 </a:t>
            </a:r>
            <a:r>
              <a:rPr lang="ko-KR" altLang="en-US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협업 필터링</a:t>
            </a: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AFAFE62-8643-408F-9E83-3E8CF5A826CE}"/>
              </a:ext>
            </a:extLst>
          </p:cNvPr>
          <p:cNvGrpSpPr/>
          <p:nvPr/>
        </p:nvGrpSpPr>
        <p:grpSpPr>
          <a:xfrm>
            <a:off x="1590844" y="4084223"/>
            <a:ext cx="5310381" cy="451185"/>
            <a:chOff x="481491" y="4178970"/>
            <a:chExt cx="5310381" cy="451185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AC2E48E-1741-4962-9C9D-33CCFCF8A685}"/>
                </a:ext>
              </a:extLst>
            </p:cNvPr>
            <p:cNvSpPr/>
            <p:nvPr/>
          </p:nvSpPr>
          <p:spPr>
            <a:xfrm>
              <a:off x="2857501" y="4178970"/>
              <a:ext cx="300788" cy="2566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4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D96A818-0B7B-43DC-9A83-FCF4463B9C3B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flipV="1">
              <a:off x="481491" y="4307306"/>
              <a:ext cx="2376010" cy="32284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7C4C45B-21D5-4B75-9CCB-C38414D38B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892" y="4443664"/>
              <a:ext cx="1003" cy="186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F9B6D74-7593-4F11-81A1-A970D067D296}"/>
                </a:ext>
              </a:extLst>
            </p:cNvPr>
            <p:cNvCxnSpPr>
              <a:cxnSpLocks/>
            </p:cNvCxnSpPr>
            <p:nvPr/>
          </p:nvCxnSpPr>
          <p:spPr>
            <a:xfrm>
              <a:off x="3158289" y="4315328"/>
              <a:ext cx="2633583" cy="314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C4BCA66-067B-4DF8-8284-D35504D05B4A}"/>
              </a:ext>
            </a:extLst>
          </p:cNvPr>
          <p:cNvSpPr/>
          <p:nvPr/>
        </p:nvSpPr>
        <p:spPr>
          <a:xfrm>
            <a:off x="7535779" y="92245"/>
            <a:ext cx="481263" cy="232607"/>
          </a:xfrm>
          <a:prstGeom prst="roundRect">
            <a:avLst/>
          </a:prstGeom>
          <a:solidFill>
            <a:srgbClr val="8B7355"/>
          </a:solidFill>
          <a:ln>
            <a:solidFill>
              <a:srgbClr val="8B7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D65E4A8-9066-41DE-A1EA-DF4D8A892B80}"/>
              </a:ext>
            </a:extLst>
          </p:cNvPr>
          <p:cNvSpPr/>
          <p:nvPr/>
        </p:nvSpPr>
        <p:spPr>
          <a:xfrm>
            <a:off x="7118685" y="82219"/>
            <a:ext cx="300788" cy="2326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FEB173-4C04-45F3-AB50-2516E308554C}"/>
              </a:ext>
            </a:extLst>
          </p:cNvPr>
          <p:cNvSpPr/>
          <p:nvPr/>
        </p:nvSpPr>
        <p:spPr>
          <a:xfrm>
            <a:off x="4208378" y="2636920"/>
            <a:ext cx="1967834" cy="3308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87F2180-8570-4146-BA1D-21ECF5B193C8}"/>
              </a:ext>
            </a:extLst>
          </p:cNvPr>
          <p:cNvSpPr/>
          <p:nvPr/>
        </p:nvSpPr>
        <p:spPr>
          <a:xfrm>
            <a:off x="5320181" y="2550693"/>
            <a:ext cx="617621" cy="17646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4-1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44A9069-672F-433F-B89B-4099558077F0}"/>
              </a:ext>
            </a:extLst>
          </p:cNvPr>
          <p:cNvSpPr/>
          <p:nvPr/>
        </p:nvSpPr>
        <p:spPr>
          <a:xfrm>
            <a:off x="6280484" y="2636920"/>
            <a:ext cx="1816328" cy="3308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583D7D-0112-4ECC-9F5B-5FFA9BEF5FD6}"/>
              </a:ext>
            </a:extLst>
          </p:cNvPr>
          <p:cNvSpPr/>
          <p:nvPr/>
        </p:nvSpPr>
        <p:spPr>
          <a:xfrm>
            <a:off x="7501245" y="2510588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44F2E89-6517-4BF1-B37B-7B7B930910BC}"/>
              </a:ext>
            </a:extLst>
          </p:cNvPr>
          <p:cNvSpPr/>
          <p:nvPr/>
        </p:nvSpPr>
        <p:spPr>
          <a:xfrm>
            <a:off x="41108" y="4544933"/>
            <a:ext cx="2560392" cy="1037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3A077C4-FFB9-4E0A-A6CC-775506DFEA59}"/>
              </a:ext>
            </a:extLst>
          </p:cNvPr>
          <p:cNvSpPr/>
          <p:nvPr/>
        </p:nvSpPr>
        <p:spPr>
          <a:xfrm>
            <a:off x="2751893" y="4544933"/>
            <a:ext cx="2628899" cy="1037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FE13C46-DE6D-43BE-94DB-DFABEB76FA8D}"/>
              </a:ext>
            </a:extLst>
          </p:cNvPr>
          <p:cNvSpPr/>
          <p:nvPr/>
        </p:nvSpPr>
        <p:spPr>
          <a:xfrm>
            <a:off x="5462679" y="4550446"/>
            <a:ext cx="2628899" cy="10322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5A2AE06-D5FA-4219-BD7A-37698341F1FC}"/>
              </a:ext>
            </a:extLst>
          </p:cNvPr>
          <p:cNvSpPr/>
          <p:nvPr/>
        </p:nvSpPr>
        <p:spPr>
          <a:xfrm>
            <a:off x="41108" y="5868405"/>
            <a:ext cx="8050470" cy="9125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B1F5C2E-9EBD-4581-9D04-30DA4D4A5D6D}"/>
              </a:ext>
            </a:extLst>
          </p:cNvPr>
          <p:cNvSpPr/>
          <p:nvPr/>
        </p:nvSpPr>
        <p:spPr>
          <a:xfrm>
            <a:off x="6901225" y="5706981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6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9826193-D598-4FFA-9A09-CBFC8BF44B37}"/>
              </a:ext>
            </a:extLst>
          </p:cNvPr>
          <p:cNvCxnSpPr>
            <a:stCxn id="44" idx="3"/>
            <a:endCxn id="21" idx="1"/>
          </p:cNvCxnSpPr>
          <p:nvPr/>
        </p:nvCxnSpPr>
        <p:spPr>
          <a:xfrm>
            <a:off x="7202013" y="5835317"/>
            <a:ext cx="159842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EFDCD3B-2B1A-4DF2-879F-51ED4CC5EA41}"/>
              </a:ext>
            </a:extLst>
          </p:cNvPr>
          <p:cNvSpPr/>
          <p:nvPr/>
        </p:nvSpPr>
        <p:spPr>
          <a:xfrm>
            <a:off x="9108353" y="1457819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33D9BD8-8300-4FBA-9F41-85BB93D43317}"/>
              </a:ext>
            </a:extLst>
          </p:cNvPr>
          <p:cNvSpPr/>
          <p:nvPr/>
        </p:nvSpPr>
        <p:spPr>
          <a:xfrm>
            <a:off x="9100331" y="2032783"/>
            <a:ext cx="617621" cy="176463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4-1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6550ECB-7FAB-4022-A45F-8F43A5C7636A}"/>
              </a:ext>
            </a:extLst>
          </p:cNvPr>
          <p:cNvSpPr/>
          <p:nvPr/>
        </p:nvSpPr>
        <p:spPr>
          <a:xfrm>
            <a:off x="9100331" y="2550693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E314B9C-2DC3-4738-8BF0-31D7D38BC462}"/>
              </a:ext>
            </a:extLst>
          </p:cNvPr>
          <p:cNvSpPr/>
          <p:nvPr/>
        </p:nvSpPr>
        <p:spPr>
          <a:xfrm>
            <a:off x="9110358" y="2899966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6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D8817-1CD3-452A-9448-87F8DE965B6A}"/>
              </a:ext>
            </a:extLst>
          </p:cNvPr>
          <p:cNvSpPr txBox="1"/>
          <p:nvPr/>
        </p:nvSpPr>
        <p:spPr>
          <a:xfrm>
            <a:off x="8927113" y="5400181"/>
            <a:ext cx="37399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FF0000"/>
                </a:solidFill>
              </a:rPr>
              <a:t>추후 협의</a:t>
            </a:r>
          </a:p>
        </p:txBody>
      </p:sp>
    </p:spTree>
    <p:extLst>
      <p:ext uri="{BB962C8B-B14F-4D97-AF65-F5344CB8AC3E}">
        <p14:creationId xmlns:p14="http://schemas.microsoft.com/office/powerpoint/2010/main" val="1346369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60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굴림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MYCOM</dc:creator>
  <cp:lastModifiedBy>MYCOM</cp:lastModifiedBy>
  <cp:revision>13</cp:revision>
  <dcterms:created xsi:type="dcterms:W3CDTF">2026-03-26T06:34:38Z</dcterms:created>
  <dcterms:modified xsi:type="dcterms:W3CDTF">2026-03-26T07:47:01Z</dcterms:modified>
</cp:coreProperties>
</file>